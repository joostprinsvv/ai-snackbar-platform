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00" r:id="rId4"/>
  </p:sldMasterIdLst>
  <p:notesMasterIdLst>
    <p:notesMasterId r:id="rId33"/>
  </p:notesMasterIdLst>
  <p:handoutMasterIdLst>
    <p:handoutMasterId r:id="rId34"/>
  </p:handoutMasterIdLst>
  <p:sldIdLst>
    <p:sldId id="256" r:id="rId5"/>
    <p:sldId id="323" r:id="rId6"/>
    <p:sldId id="258" r:id="rId7"/>
    <p:sldId id="259" r:id="rId8"/>
    <p:sldId id="260" r:id="rId9"/>
    <p:sldId id="261" r:id="rId10"/>
    <p:sldId id="262" r:id="rId11"/>
    <p:sldId id="263" r:id="rId12"/>
    <p:sldId id="264" r:id="rId13"/>
    <p:sldId id="265" r:id="rId14"/>
    <p:sldId id="266" r:id="rId15"/>
    <p:sldId id="267" r:id="rId16"/>
    <p:sldId id="324" r:id="rId17"/>
    <p:sldId id="325"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2192000" cy="6858000"/>
  <p:notesSz cx="6858000" cy="9144000"/>
  <p:embeddedFontLst>
    <p:embeddedFont>
      <p:font typeface="Blacker Pro Display Extrabold" panose="020B0604020202020204" charset="0"/>
      <p:bold r:id="rId35"/>
      <p:italic r:id="rId36"/>
      <p:boldItalic r:id="rId37"/>
    </p:embeddedFont>
    <p:embeddedFont>
      <p:font typeface="IBM Plex Mono" panose="020B0509050203000203" pitchFamily="49" charset="0"/>
      <p:regular r:id="rId38"/>
      <p:bold r:id="rId39"/>
      <p:italic r:id="rId40"/>
      <p:boldItalic r:id="rId41"/>
    </p:embeddedFont>
    <p:embeddedFont>
      <p:font typeface="IBM Plex Sans" panose="020B0503050203000203" pitchFamily="34" charset="0"/>
      <p:regular r:id="rId42"/>
      <p:bold r:id="rId43"/>
      <p:italic r:id="rId44"/>
      <p:boldItalic r:id="rId45"/>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ARPLAN AUDIT INTELLIGENCE 2026-2027" id="{A24A5A4D-D47A-4561-9FD3-2B551CA1ADB0}">
          <p14:sldIdLst>
            <p14:sldId id="256"/>
            <p14:sldId id="323"/>
            <p14:sldId id="258"/>
            <p14:sldId id="259"/>
            <p14:sldId id="260"/>
            <p14:sldId id="261"/>
            <p14:sldId id="262"/>
            <p14:sldId id="263"/>
            <p14:sldId id="264"/>
            <p14:sldId id="265"/>
            <p14:sldId id="266"/>
            <p14:sldId id="267"/>
            <p14:sldId id="324"/>
            <p14:sldId id="325"/>
            <p14:sldId id="269"/>
            <p14:sldId id="270"/>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FA1"/>
    <a:srgbClr val="00B0F0"/>
    <a:srgbClr val="FFC000"/>
    <a:srgbClr val="D8DDE5"/>
    <a:srgbClr val="290A32"/>
    <a:srgbClr val="211F26"/>
    <a:srgbClr val="28899F"/>
    <a:srgbClr val="156F7E"/>
    <a:srgbClr val="00B49C"/>
    <a:srgbClr val="008F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42" autoAdjust="0"/>
    <p:restoredTop sz="93300" autoAdjust="0"/>
  </p:normalViewPr>
  <p:slideViewPr>
    <p:cSldViewPr snapToGrid="0">
      <p:cViewPr varScale="1">
        <p:scale>
          <a:sx n="103" d="100"/>
          <a:sy n="103" d="100"/>
        </p:scale>
        <p:origin x="378" y="144"/>
      </p:cViewPr>
      <p:guideLst/>
    </p:cSldViewPr>
  </p:slideViewPr>
  <p:notesTextViewPr>
    <p:cViewPr>
      <p:scale>
        <a:sx n="3" d="2"/>
        <a:sy n="3" d="2"/>
      </p:scale>
      <p:origin x="0" y="0"/>
    </p:cViewPr>
  </p:notesTextViewPr>
  <p:sorterViewPr>
    <p:cViewPr>
      <p:scale>
        <a:sx n="200" d="100"/>
        <a:sy n="200" d="100"/>
      </p:scale>
      <p:origin x="0" y="-46344"/>
    </p:cViewPr>
  </p:sorterViewPr>
  <p:notesViewPr>
    <p:cSldViewPr snapToGrid="0" showGuides="1">
      <p:cViewPr varScale="1">
        <p:scale>
          <a:sx n="88" d="100"/>
          <a:sy n="88" d="100"/>
        </p:scale>
        <p:origin x="2646"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3B44D9DC-BFDE-70DB-37D2-5120EDE7C95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a:extLst>
              <a:ext uri="{FF2B5EF4-FFF2-40B4-BE49-F238E27FC236}">
                <a16:creationId xmlns:a16="http://schemas.microsoft.com/office/drawing/2014/main" id="{4BC32AC8-ADEA-5A24-D08F-B9E583A640C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D8170-AF3A-49D5-80D5-9AA599CA2B5A}" type="datetimeFigureOut">
              <a:rPr lang="nl-NL" smtClean="0"/>
              <a:t>6-10-2026</a:t>
            </a:fld>
            <a:endParaRPr lang="nl-NL" dirty="0"/>
          </a:p>
        </p:txBody>
      </p:sp>
      <p:sp>
        <p:nvSpPr>
          <p:cNvPr id="4" name="Tijdelijke aanduiding voor voettekst 3">
            <a:extLst>
              <a:ext uri="{FF2B5EF4-FFF2-40B4-BE49-F238E27FC236}">
                <a16:creationId xmlns:a16="http://schemas.microsoft.com/office/drawing/2014/main" id="{D5ACE027-8153-01D4-6B6E-5EA19C4B0A3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5" name="Tijdelijke aanduiding voor dianummer 4">
            <a:extLst>
              <a:ext uri="{FF2B5EF4-FFF2-40B4-BE49-F238E27FC236}">
                <a16:creationId xmlns:a16="http://schemas.microsoft.com/office/drawing/2014/main" id="{CDF9D566-75C9-E730-A0C7-1E8C58EE84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578E-C328-47E2-9A85-9D93F4DE8D54}" type="slidenum">
              <a:rPr lang="nl-NL" smtClean="0"/>
              <a:t>‹nr.›</a:t>
            </a:fld>
            <a:endParaRPr lang="nl-NL" dirty="0"/>
          </a:p>
        </p:txBody>
      </p:sp>
    </p:spTree>
    <p:extLst>
      <p:ext uri="{BB962C8B-B14F-4D97-AF65-F5344CB8AC3E}">
        <p14:creationId xmlns:p14="http://schemas.microsoft.com/office/powerpoint/2010/main" val="7641695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90A07-196B-4F4B-8E8C-301FB387CBE5}" type="datetimeFigureOut">
              <a:rPr lang="nl-NL" smtClean="0"/>
              <a:t>6-10-2026</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C176B4-2F3E-4542-A88B-B482618D0CAA}" type="slidenum">
              <a:rPr lang="nl-NL" smtClean="0"/>
              <a:t>‹nr.›</a:t>
            </a:fld>
            <a:endParaRPr lang="nl-NL" dirty="0"/>
          </a:p>
        </p:txBody>
      </p:sp>
    </p:spTree>
    <p:extLst>
      <p:ext uri="{BB962C8B-B14F-4D97-AF65-F5344CB8AC3E}">
        <p14:creationId xmlns:p14="http://schemas.microsoft.com/office/powerpoint/2010/main" val="401779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Sprekersnotities bij deze dia: wat de spreker toelicht en welke achtergrond hoort bij de inhoud.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 #1">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3C785BCB-06A9-0695-6572-DDE74A61B7DA}"/>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err="1"/>
          </a:p>
        </p:txBody>
      </p:sp>
      <p:grpSp>
        <p:nvGrpSpPr>
          <p:cNvPr id="115" name="Groep 114">
            <a:extLst>
              <a:ext uri="{FF2B5EF4-FFF2-40B4-BE49-F238E27FC236}">
                <a16:creationId xmlns:a16="http://schemas.microsoft.com/office/drawing/2014/main" id="{4F529136-BB6B-22C8-F2A4-FA7360F50AE3}"/>
              </a:ext>
            </a:extLst>
          </p:cNvPr>
          <p:cNvGrpSpPr/>
          <p:nvPr userDrawn="1"/>
        </p:nvGrpSpPr>
        <p:grpSpPr>
          <a:xfrm>
            <a:off x="-443724" y="-2346243"/>
            <a:ext cx="13395963" cy="11849471"/>
            <a:chOff x="-443724" y="-2333885"/>
            <a:chExt cx="13395962" cy="11833966"/>
          </a:xfrm>
        </p:grpSpPr>
        <p:sp>
          <p:nvSpPr>
            <p:cNvPr id="110" name="Vrije vorm: vorm 109">
              <a:extLst>
                <a:ext uri="{FF2B5EF4-FFF2-40B4-BE49-F238E27FC236}">
                  <a16:creationId xmlns:a16="http://schemas.microsoft.com/office/drawing/2014/main" id="{A9741987-3C64-A0BB-F295-E23ECAE49966}"/>
                </a:ext>
              </a:extLst>
            </p:cNvPr>
            <p:cNvSpPr/>
            <p:nvPr userDrawn="1"/>
          </p:nvSpPr>
          <p:spPr>
            <a:xfrm rot="2966151">
              <a:off x="-751620" y="-667478"/>
              <a:ext cx="8984792" cy="6767152"/>
            </a:xfrm>
            <a:custGeom>
              <a:avLst/>
              <a:gdLst>
                <a:gd name="connsiteX0" fmla="*/ 0 w 8984792"/>
                <a:gd name="connsiteY0" fmla="*/ 4462158 h 6767152"/>
                <a:gd name="connsiteX1" fmla="*/ 3819692 w 8984792"/>
                <a:gd name="connsiteY1" fmla="*/ 0 h 6767152"/>
                <a:gd name="connsiteX2" fmla="*/ 8984792 w 8984792"/>
                <a:gd name="connsiteY2" fmla="*/ 49998 h 6767152"/>
                <a:gd name="connsiteX3" fmla="*/ 5106840 w 8984792"/>
                <a:gd name="connsiteY3" fmla="*/ 6767152 h 6767152"/>
                <a:gd name="connsiteX4" fmla="*/ 2665079 w 8984792"/>
                <a:gd name="connsiteY4" fmla="*/ 6743516 h 676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4792" h="6767152">
                  <a:moveTo>
                    <a:pt x="0" y="4462158"/>
                  </a:moveTo>
                  <a:lnTo>
                    <a:pt x="3819692" y="0"/>
                  </a:lnTo>
                  <a:lnTo>
                    <a:pt x="8984792" y="49998"/>
                  </a:lnTo>
                  <a:lnTo>
                    <a:pt x="5106840" y="6767152"/>
                  </a:lnTo>
                  <a:lnTo>
                    <a:pt x="2665079" y="6743516"/>
                  </a:lnTo>
                  <a:close/>
                </a:path>
              </a:pathLst>
            </a:custGeom>
            <a:solidFill>
              <a:srgbClr val="290A32"/>
            </a:solidFill>
            <a:ln w="37896" cap="flat">
              <a:noFill/>
              <a:prstDash val="solid"/>
              <a:miter/>
            </a:ln>
          </p:spPr>
          <p:txBody>
            <a:bodyPr rtlCol="0" anchor="ctr"/>
            <a:lstStyle/>
            <a:p>
              <a:endParaRPr lang="nl-NL" sz="1350"/>
            </a:p>
          </p:txBody>
        </p:sp>
        <p:sp>
          <p:nvSpPr>
            <p:cNvPr id="113" name="Vrije vorm: vorm 112">
              <a:extLst>
                <a:ext uri="{FF2B5EF4-FFF2-40B4-BE49-F238E27FC236}">
                  <a16:creationId xmlns:a16="http://schemas.microsoft.com/office/drawing/2014/main" id="{01811C32-4B6C-9872-7AE2-8833EED0439E}"/>
                </a:ext>
              </a:extLst>
            </p:cNvPr>
            <p:cNvSpPr/>
            <p:nvPr userDrawn="1"/>
          </p:nvSpPr>
          <p:spPr>
            <a:xfrm rot="2966151">
              <a:off x="11291208" y="2889458"/>
              <a:ext cx="639022" cy="1200444"/>
            </a:xfrm>
            <a:custGeom>
              <a:avLst/>
              <a:gdLst>
                <a:gd name="connsiteX0" fmla="*/ 529716 w 639022"/>
                <a:gd name="connsiteY0" fmla="*/ 0 h 1200444"/>
                <a:gd name="connsiteX1" fmla="*/ 639022 w 639022"/>
                <a:gd name="connsiteY1" fmla="*/ 93568 h 1200444"/>
                <a:gd name="connsiteX2" fmla="*/ 0 w 639022"/>
                <a:gd name="connsiteY2" fmla="*/ 1200444 h 1200444"/>
              </a:gdLst>
              <a:ahLst/>
              <a:cxnLst>
                <a:cxn ang="0">
                  <a:pos x="connsiteX0" y="connsiteY0"/>
                </a:cxn>
                <a:cxn ang="0">
                  <a:pos x="connsiteX1" y="connsiteY1"/>
                </a:cxn>
                <a:cxn ang="0">
                  <a:pos x="connsiteX2" y="connsiteY2"/>
                </a:cxn>
              </a:cxnLst>
              <a:rect l="l" t="t" r="r" b="b"/>
              <a:pathLst>
                <a:path w="639022" h="1200444">
                  <a:moveTo>
                    <a:pt x="529716" y="0"/>
                  </a:moveTo>
                  <a:lnTo>
                    <a:pt x="639022" y="93568"/>
                  </a:lnTo>
                  <a:lnTo>
                    <a:pt x="0" y="1200444"/>
                  </a:lnTo>
                  <a:close/>
                </a:path>
              </a:pathLst>
            </a:custGeom>
            <a:solidFill>
              <a:schemeClr val="tx2"/>
            </a:solidFill>
            <a:ln w="37896" cap="flat">
              <a:noFill/>
              <a:prstDash val="solid"/>
              <a:miter/>
            </a:ln>
          </p:spPr>
          <p:txBody>
            <a:bodyPr rtlCol="0" anchor="ctr"/>
            <a:lstStyle/>
            <a:p>
              <a:endParaRPr lang="nl-NL" sz="1350"/>
            </a:p>
          </p:txBody>
        </p:sp>
        <p:sp>
          <p:nvSpPr>
            <p:cNvPr id="105" name="Vrije vorm: vorm 104">
              <a:extLst>
                <a:ext uri="{FF2B5EF4-FFF2-40B4-BE49-F238E27FC236}">
                  <a16:creationId xmlns:a16="http://schemas.microsoft.com/office/drawing/2014/main" id="{7BB98E16-F9BD-5D36-C2AD-7C7864E54D62}"/>
                </a:ext>
              </a:extLst>
            </p:cNvPr>
            <p:cNvSpPr/>
            <p:nvPr userDrawn="1"/>
          </p:nvSpPr>
          <p:spPr>
            <a:xfrm rot="2966151">
              <a:off x="3971646" y="3152446"/>
              <a:ext cx="5961343" cy="6733927"/>
            </a:xfrm>
            <a:custGeom>
              <a:avLst/>
              <a:gdLst>
                <a:gd name="connsiteX0" fmla="*/ 2702285 w 5961343"/>
                <a:gd name="connsiteY0" fmla="*/ 0 h 6733927"/>
                <a:gd name="connsiteX1" fmla="*/ 4394000 w 5961343"/>
                <a:gd name="connsiteY1" fmla="*/ 16377 h 6733927"/>
                <a:gd name="connsiteX2" fmla="*/ 5705925 w 5961343"/>
                <a:gd name="connsiteY2" fmla="*/ 294493 h 6733927"/>
                <a:gd name="connsiteX3" fmla="*/ 5961343 w 5961343"/>
                <a:gd name="connsiteY3" fmla="*/ 420595 h 6733927"/>
                <a:gd name="connsiteX4" fmla="*/ 557012 w 5961343"/>
                <a:gd name="connsiteY4" fmla="*/ 6733927 h 6733927"/>
                <a:gd name="connsiteX5" fmla="*/ 0 w 5961343"/>
                <a:gd name="connsiteY5" fmla="*/ 6728535 h 6733927"/>
                <a:gd name="connsiteX6" fmla="*/ 17356 w 5961343"/>
                <a:gd name="connsiteY6" fmla="*/ 6460694 h 6733927"/>
                <a:gd name="connsiteX7" fmla="*/ 283881 w 5961343"/>
                <a:gd name="connsiteY7" fmla="*/ 5480595 h 673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61343" h="6733927">
                  <a:moveTo>
                    <a:pt x="2702285" y="0"/>
                  </a:moveTo>
                  <a:lnTo>
                    <a:pt x="4394000" y="16377"/>
                  </a:lnTo>
                  <a:cubicBezTo>
                    <a:pt x="4860271" y="20895"/>
                    <a:pt x="5303556" y="119695"/>
                    <a:pt x="5705925" y="294493"/>
                  </a:cubicBezTo>
                  <a:lnTo>
                    <a:pt x="5961343" y="420595"/>
                  </a:lnTo>
                  <a:lnTo>
                    <a:pt x="557012" y="6733927"/>
                  </a:lnTo>
                  <a:lnTo>
                    <a:pt x="0" y="6728535"/>
                  </a:lnTo>
                  <a:lnTo>
                    <a:pt x="17356" y="6460694"/>
                  </a:lnTo>
                  <a:cubicBezTo>
                    <a:pt x="55156" y="6130609"/>
                    <a:pt x="142696" y="5800552"/>
                    <a:pt x="283881" y="5480595"/>
                  </a:cubicBezTo>
                  <a:close/>
                </a:path>
              </a:pathLst>
            </a:custGeom>
            <a:solidFill>
              <a:schemeClr val="accent6"/>
            </a:solidFill>
            <a:ln w="37896" cap="flat">
              <a:noFill/>
              <a:prstDash val="solid"/>
              <a:miter/>
            </a:ln>
          </p:spPr>
          <p:txBody>
            <a:bodyPr rtlCol="0" anchor="ctr"/>
            <a:lstStyle/>
            <a:p>
              <a:endParaRPr lang="nl-NL" sz="1350"/>
            </a:p>
          </p:txBody>
        </p:sp>
        <p:sp>
          <p:nvSpPr>
            <p:cNvPr id="114" name="Vrije vorm: vorm 113">
              <a:extLst>
                <a:ext uri="{FF2B5EF4-FFF2-40B4-BE49-F238E27FC236}">
                  <a16:creationId xmlns:a16="http://schemas.microsoft.com/office/drawing/2014/main" id="{78AE8DC7-2808-F9CB-057C-66CDC97BD2A1}"/>
                </a:ext>
              </a:extLst>
            </p:cNvPr>
            <p:cNvSpPr/>
            <p:nvPr userDrawn="1"/>
          </p:nvSpPr>
          <p:spPr>
            <a:xfrm rot="2966151">
              <a:off x="6529634" y="-1470099"/>
              <a:ext cx="6586063" cy="4858492"/>
            </a:xfrm>
            <a:custGeom>
              <a:avLst/>
              <a:gdLst>
                <a:gd name="connsiteX0" fmla="*/ 4116162 w 6586063"/>
                <a:gd name="connsiteY0" fmla="*/ 0 h 4858492"/>
                <a:gd name="connsiteX1" fmla="*/ 6586063 w 6586063"/>
                <a:gd name="connsiteY1" fmla="*/ 2114282 h 4858492"/>
                <a:gd name="connsiteX2" fmla="*/ 6056348 w 6586063"/>
                <a:gd name="connsiteY2" fmla="*/ 3314726 h 4858492"/>
                <a:gd name="connsiteX3" fmla="*/ 5165101 w 6586063"/>
                <a:gd name="connsiteY3" fmla="*/ 4858492 h 4858492"/>
                <a:gd name="connsiteX4" fmla="*/ 0 w 6586063"/>
                <a:gd name="connsiteY4" fmla="*/ 4808495 h 485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6063" h="4858492">
                  <a:moveTo>
                    <a:pt x="4116162" y="0"/>
                  </a:moveTo>
                  <a:lnTo>
                    <a:pt x="6586063" y="2114282"/>
                  </a:lnTo>
                  <a:lnTo>
                    <a:pt x="6056348" y="3314726"/>
                  </a:lnTo>
                  <a:lnTo>
                    <a:pt x="5165101" y="4858492"/>
                  </a:lnTo>
                  <a:lnTo>
                    <a:pt x="0" y="4808495"/>
                  </a:lnTo>
                  <a:close/>
                </a:path>
              </a:pathLst>
            </a:custGeom>
            <a:solidFill>
              <a:schemeClr val="accent1"/>
            </a:solidFill>
            <a:ln w="37896" cap="flat">
              <a:noFill/>
              <a:prstDash val="solid"/>
              <a:miter/>
            </a:ln>
          </p:spPr>
          <p:txBody>
            <a:bodyPr rtlCol="0" anchor="ctr"/>
            <a:lstStyle/>
            <a:p>
              <a:endParaRPr lang="nl-NL" sz="1350"/>
            </a:p>
          </p:txBody>
        </p:sp>
        <p:sp>
          <p:nvSpPr>
            <p:cNvPr id="93" name="Vrije vorm: vorm 92">
              <a:extLst>
                <a:ext uri="{FF2B5EF4-FFF2-40B4-BE49-F238E27FC236}">
                  <a16:creationId xmlns:a16="http://schemas.microsoft.com/office/drawing/2014/main" id="{8D547E3A-4BB5-91A1-00C2-79B3AA98AFF4}"/>
                </a:ext>
              </a:extLst>
            </p:cNvPr>
            <p:cNvSpPr/>
            <p:nvPr userDrawn="1"/>
          </p:nvSpPr>
          <p:spPr>
            <a:xfrm rot="2966151">
              <a:off x="-961260" y="4194406"/>
              <a:ext cx="2441763" cy="1406692"/>
            </a:xfrm>
            <a:custGeom>
              <a:avLst/>
              <a:gdLst>
                <a:gd name="connsiteX0" fmla="*/ 0 w 2441763"/>
                <a:gd name="connsiteY0" fmla="*/ 0 h 1406692"/>
                <a:gd name="connsiteX1" fmla="*/ 2441763 w 2441763"/>
                <a:gd name="connsiteY1" fmla="*/ 23636 h 1406692"/>
                <a:gd name="connsiteX2" fmla="*/ 1643296 w 2441763"/>
                <a:gd name="connsiteY2" fmla="*/ 1406692 h 1406692"/>
              </a:gdLst>
              <a:ahLst/>
              <a:cxnLst>
                <a:cxn ang="0">
                  <a:pos x="connsiteX0" y="connsiteY0"/>
                </a:cxn>
                <a:cxn ang="0">
                  <a:pos x="connsiteX1" y="connsiteY1"/>
                </a:cxn>
                <a:cxn ang="0">
                  <a:pos x="connsiteX2" y="connsiteY2"/>
                </a:cxn>
              </a:cxnLst>
              <a:rect l="l" t="t" r="r" b="b"/>
              <a:pathLst>
                <a:path w="2441763" h="1406692">
                  <a:moveTo>
                    <a:pt x="0" y="0"/>
                  </a:moveTo>
                  <a:lnTo>
                    <a:pt x="2441763" y="23636"/>
                  </a:lnTo>
                  <a:lnTo>
                    <a:pt x="1643296" y="1406692"/>
                  </a:lnTo>
                  <a:close/>
                </a:path>
              </a:pathLst>
            </a:custGeom>
            <a:solidFill>
              <a:schemeClr val="accent1"/>
            </a:solidFill>
            <a:ln w="37896" cap="flat">
              <a:noFill/>
              <a:prstDash val="solid"/>
              <a:miter/>
            </a:ln>
          </p:spPr>
          <p:txBody>
            <a:bodyPr rtlCol="0" anchor="ctr"/>
            <a:lstStyle/>
            <a:p>
              <a:endParaRPr lang="nl-NL" sz="1350"/>
            </a:p>
          </p:txBody>
        </p:sp>
        <p:sp>
          <p:nvSpPr>
            <p:cNvPr id="106" name="Vrije vorm: vorm 105">
              <a:extLst>
                <a:ext uri="{FF2B5EF4-FFF2-40B4-BE49-F238E27FC236}">
                  <a16:creationId xmlns:a16="http://schemas.microsoft.com/office/drawing/2014/main" id="{C46EE5AA-4F1E-3BE3-F77A-CB8A725EB11F}"/>
                </a:ext>
              </a:extLst>
            </p:cNvPr>
            <p:cNvSpPr/>
            <p:nvPr userDrawn="1"/>
          </p:nvSpPr>
          <p:spPr>
            <a:xfrm rot="2966151">
              <a:off x="4621758" y="1123542"/>
              <a:ext cx="6664468" cy="9996493"/>
            </a:xfrm>
            <a:custGeom>
              <a:avLst/>
              <a:gdLst>
                <a:gd name="connsiteX0" fmla="*/ 4410 w 6664468"/>
                <a:gd name="connsiteY0" fmla="*/ 9381198 h 9996493"/>
                <a:gd name="connsiteX1" fmla="*/ 561423 w 6664468"/>
                <a:gd name="connsiteY1" fmla="*/ 9386590 h 9996493"/>
                <a:gd name="connsiteX2" fmla="*/ 39335 w 6664468"/>
                <a:gd name="connsiteY2" fmla="*/ 9996493 h 9996493"/>
                <a:gd name="connsiteX3" fmla="*/ 28628 w 6664468"/>
                <a:gd name="connsiteY3" fmla="*/ 9932798 h 9996493"/>
                <a:gd name="connsiteX4" fmla="*/ 400 w 6664468"/>
                <a:gd name="connsiteY4" fmla="*/ 9443078 h 9996493"/>
                <a:gd name="connsiteX5" fmla="*/ 4027820 w 6664468"/>
                <a:gd name="connsiteY5" fmla="*/ 0 h 9996493"/>
                <a:gd name="connsiteX6" fmla="*/ 6664468 w 6664468"/>
                <a:gd name="connsiteY6" fmla="*/ 2257021 h 9996493"/>
                <a:gd name="connsiteX7" fmla="*/ 5965754 w 6664468"/>
                <a:gd name="connsiteY7" fmla="*/ 3073259 h 9996493"/>
                <a:gd name="connsiteX8" fmla="*/ 5710334 w 6664468"/>
                <a:gd name="connsiteY8" fmla="*/ 2947155 h 9996493"/>
                <a:gd name="connsiteX9" fmla="*/ 4398411 w 6664468"/>
                <a:gd name="connsiteY9" fmla="*/ 2669038 h 9996493"/>
                <a:gd name="connsiteX10" fmla="*/ 2706693 w 6664468"/>
                <a:gd name="connsiteY10" fmla="*/ 2652663 h 9996493"/>
                <a:gd name="connsiteX11" fmla="*/ 3388798 w 6664468"/>
                <a:gd name="connsiteY11" fmla="*/ 1106873 h 999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64468" h="9996493">
                  <a:moveTo>
                    <a:pt x="4410" y="9381198"/>
                  </a:moveTo>
                  <a:lnTo>
                    <a:pt x="561423" y="9386590"/>
                  </a:lnTo>
                  <a:lnTo>
                    <a:pt x="39335" y="9996493"/>
                  </a:lnTo>
                  <a:lnTo>
                    <a:pt x="28628" y="9932798"/>
                  </a:lnTo>
                  <a:cubicBezTo>
                    <a:pt x="7435" y="9771230"/>
                    <a:pt x="-2137" y="9607570"/>
                    <a:pt x="400" y="9443078"/>
                  </a:cubicBezTo>
                  <a:close/>
                  <a:moveTo>
                    <a:pt x="4027820" y="0"/>
                  </a:moveTo>
                  <a:lnTo>
                    <a:pt x="6664468" y="2257021"/>
                  </a:lnTo>
                  <a:lnTo>
                    <a:pt x="5965754" y="3073259"/>
                  </a:lnTo>
                  <a:lnTo>
                    <a:pt x="5710334" y="2947155"/>
                  </a:lnTo>
                  <a:cubicBezTo>
                    <a:pt x="5307967" y="2772356"/>
                    <a:pt x="4864682" y="2673557"/>
                    <a:pt x="4398411" y="2669038"/>
                  </a:cubicBezTo>
                  <a:lnTo>
                    <a:pt x="2706693" y="2652663"/>
                  </a:lnTo>
                  <a:lnTo>
                    <a:pt x="3388798" y="1106873"/>
                  </a:lnTo>
                  <a:close/>
                </a:path>
              </a:pathLst>
            </a:custGeom>
            <a:solidFill>
              <a:schemeClr val="accent2"/>
            </a:solidFill>
            <a:ln w="37896" cap="flat">
              <a:noFill/>
              <a:prstDash val="solid"/>
              <a:miter/>
            </a:ln>
          </p:spPr>
          <p:txBody>
            <a:bodyPr rtlCol="0" anchor="ctr"/>
            <a:lstStyle/>
            <a:p>
              <a:endParaRPr lang="nl-NL" sz="1350"/>
            </a:p>
          </p:txBody>
        </p:sp>
        <p:sp>
          <p:nvSpPr>
            <p:cNvPr id="76" name="Vrije vorm: vorm 75">
              <a:extLst>
                <a:ext uri="{FF2B5EF4-FFF2-40B4-BE49-F238E27FC236}">
                  <a16:creationId xmlns:a16="http://schemas.microsoft.com/office/drawing/2014/main" id="{F67DEDE1-54AE-B82C-7A22-7A891C8847A6}"/>
                </a:ext>
              </a:extLst>
            </p:cNvPr>
            <p:cNvSpPr/>
            <p:nvPr userDrawn="1"/>
          </p:nvSpPr>
          <p:spPr>
            <a:xfrm rot="2966151">
              <a:off x="3401635" y="1390652"/>
              <a:ext cx="4087094" cy="6730559"/>
            </a:xfrm>
            <a:custGeom>
              <a:avLst/>
              <a:gdLst>
                <a:gd name="connsiteX0" fmla="*/ 3877952 w 4087094"/>
                <a:gd name="connsiteY0" fmla="*/ 0 h 6730559"/>
                <a:gd name="connsiteX1" fmla="*/ 4087094 w 4087094"/>
                <a:gd name="connsiteY1" fmla="*/ 2024 h 6730559"/>
                <a:gd name="connsiteX2" fmla="*/ 1668691 w 4087094"/>
                <a:gd name="connsiteY2" fmla="*/ 5482619 h 6730559"/>
                <a:gd name="connsiteX3" fmla="*/ 1402165 w 4087094"/>
                <a:gd name="connsiteY3" fmla="*/ 6462718 h 6730559"/>
                <a:gd name="connsiteX4" fmla="*/ 1384810 w 4087094"/>
                <a:gd name="connsiteY4" fmla="*/ 6730559 h 6730559"/>
                <a:gd name="connsiteX5" fmla="*/ 0 w 4087094"/>
                <a:gd name="connsiteY5" fmla="*/ 6717154 h 6730559"/>
                <a:gd name="connsiteX6" fmla="*/ 3877952 w 4087094"/>
                <a:gd name="connsiteY6" fmla="*/ 0 h 6730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87094" h="6730559">
                  <a:moveTo>
                    <a:pt x="3877952" y="0"/>
                  </a:moveTo>
                  <a:lnTo>
                    <a:pt x="4087094" y="2024"/>
                  </a:lnTo>
                  <a:lnTo>
                    <a:pt x="1668691" y="5482619"/>
                  </a:lnTo>
                  <a:cubicBezTo>
                    <a:pt x="1527506" y="5802576"/>
                    <a:pt x="1439965" y="6132633"/>
                    <a:pt x="1402165" y="6462718"/>
                  </a:cubicBezTo>
                  <a:lnTo>
                    <a:pt x="1384810" y="6730559"/>
                  </a:lnTo>
                  <a:lnTo>
                    <a:pt x="0" y="6717154"/>
                  </a:lnTo>
                  <a:lnTo>
                    <a:pt x="3877952" y="0"/>
                  </a:lnTo>
                  <a:close/>
                </a:path>
              </a:pathLst>
            </a:custGeom>
            <a:solidFill>
              <a:schemeClr val="accent3"/>
            </a:solidFill>
            <a:ln w="37896" cap="flat">
              <a:noFill/>
              <a:prstDash val="solid"/>
              <a:miter/>
            </a:ln>
          </p:spPr>
          <p:txBody>
            <a:bodyPr rtlCol="0" anchor="ctr"/>
            <a:lstStyle/>
            <a:p>
              <a:endParaRPr lang="nl-NL" sz="1350"/>
            </a:p>
          </p:txBody>
        </p:sp>
      </p:grpSp>
      <p:sp>
        <p:nvSpPr>
          <p:cNvPr id="7" name="Rechthoek 6">
            <a:extLst>
              <a:ext uri="{FF2B5EF4-FFF2-40B4-BE49-F238E27FC236}">
                <a16:creationId xmlns:a16="http://schemas.microsoft.com/office/drawing/2014/main" id="{7D3AA19E-3DC8-4556-BC42-05B65FEB6237}"/>
              </a:ext>
            </a:extLst>
          </p:cNvPr>
          <p:cNvSpPr/>
          <p:nvPr userDrawn="1"/>
        </p:nvSpPr>
        <p:spPr>
          <a:xfrm>
            <a:off x="0" y="-395164"/>
            <a:ext cx="103874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l"/>
            <a:r>
              <a:rPr lang="nl-NL" sz="1200" b="0" cap="none" baseline="0" noProof="0">
                <a:solidFill>
                  <a:schemeClr val="accent1"/>
                </a:solidFill>
                <a:latin typeface="+mn-lt"/>
              </a:rPr>
              <a:t>Titeldia #1</a:t>
            </a:r>
          </a:p>
        </p:txBody>
      </p:sp>
      <p:sp>
        <p:nvSpPr>
          <p:cNvPr id="2" name="Titel 1">
            <a:extLst>
              <a:ext uri="{FF2B5EF4-FFF2-40B4-BE49-F238E27FC236}">
                <a16:creationId xmlns:a16="http://schemas.microsoft.com/office/drawing/2014/main" id="{2A71DEDF-37F1-4689-8FA1-5E743C7DD6C0}"/>
              </a:ext>
            </a:extLst>
          </p:cNvPr>
          <p:cNvSpPr>
            <a:spLocks noGrp="1"/>
          </p:cNvSpPr>
          <p:nvPr userDrawn="1">
            <p:ph type="ctrTitle" hasCustomPrompt="1"/>
          </p:nvPr>
        </p:nvSpPr>
        <p:spPr>
          <a:xfrm>
            <a:off x="1373306" y="2241750"/>
            <a:ext cx="9882071" cy="1332416"/>
          </a:xfrm>
        </p:spPr>
        <p:txBody>
          <a:bodyPr wrap="square" bIns="0" anchor="t" anchorCtr="0">
            <a:spAutoFit/>
          </a:bodyPr>
          <a:lstStyle>
            <a:lvl1pPr algn="l">
              <a:lnSpc>
                <a:spcPct val="80000"/>
              </a:lnSpc>
              <a:defRPr sz="5400" b="0">
                <a:solidFill>
                  <a:schemeClr val="bg1"/>
                </a:solidFill>
                <a:latin typeface="Blacker Pro Display Extrabold" pitchFamily="50" charset="0"/>
              </a:defRPr>
            </a:lvl1pPr>
          </a:lstStyle>
          <a:p>
            <a:r>
              <a:rPr lang="nl-NL" noProof="0"/>
              <a:t>Titel van </a:t>
            </a:r>
            <a:br>
              <a:rPr lang="nl-NL" noProof="0"/>
            </a:br>
            <a:r>
              <a:rPr lang="nl-NL" noProof="0"/>
              <a:t>de presentatie</a:t>
            </a:r>
          </a:p>
        </p:txBody>
      </p:sp>
      <p:sp>
        <p:nvSpPr>
          <p:cNvPr id="3" name="Ondertitel 2">
            <a:extLst>
              <a:ext uri="{FF2B5EF4-FFF2-40B4-BE49-F238E27FC236}">
                <a16:creationId xmlns:a16="http://schemas.microsoft.com/office/drawing/2014/main" id="{CEA18CD7-32A7-41E4-9DF7-7259FA2187F6}"/>
              </a:ext>
            </a:extLst>
          </p:cNvPr>
          <p:cNvSpPr>
            <a:spLocks noGrp="1"/>
          </p:cNvSpPr>
          <p:nvPr userDrawn="1">
            <p:ph type="subTitle" idx="1" hasCustomPrompt="1"/>
          </p:nvPr>
        </p:nvSpPr>
        <p:spPr>
          <a:xfrm>
            <a:off x="1373306" y="1688092"/>
            <a:ext cx="9882069" cy="230832"/>
          </a:xfrm>
        </p:spPr>
        <p:txBody>
          <a:bodyPr wrap="square" anchor="b">
            <a:spAutoFit/>
          </a:bodyPr>
          <a:lstStyle>
            <a:lvl1pPr marL="0" indent="0" algn="l">
              <a:lnSpc>
                <a:spcPct val="100000"/>
              </a:lnSpc>
              <a:buNone/>
              <a:defRPr sz="1500" b="1">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noProof="0"/>
              <a:t>Subtitel</a:t>
            </a:r>
          </a:p>
        </p:txBody>
      </p:sp>
      <p:pic>
        <p:nvPicPr>
          <p:cNvPr id="117" name="Afbeelding 116" descr="Afbeelding met Lettertype, tekst, Graphics, wit&#10;&#10;Automatisch gegenereerde beschrijving">
            <a:extLst>
              <a:ext uri="{FF2B5EF4-FFF2-40B4-BE49-F238E27FC236}">
                <a16:creationId xmlns:a16="http://schemas.microsoft.com/office/drawing/2014/main" id="{2BFCBBF8-3144-480D-71BC-8BA75BCB0B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7179" y="5787378"/>
            <a:ext cx="3937645" cy="864557"/>
          </a:xfrm>
          <a:prstGeom prst="rect">
            <a:avLst/>
          </a:prstGeom>
        </p:spPr>
      </p:pic>
    </p:spTree>
    <p:extLst>
      <p:ext uri="{BB962C8B-B14F-4D97-AF65-F5344CB8AC3E}">
        <p14:creationId xmlns:p14="http://schemas.microsoft.com/office/powerpoint/2010/main" val="1797081513"/>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dia #2">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3C785BCB-06A9-0695-6572-DDE74A61B7DA}"/>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err="1"/>
          </a:p>
        </p:txBody>
      </p:sp>
      <p:sp>
        <p:nvSpPr>
          <p:cNvPr id="92" name="Tijdelijke aanduiding voor afbeelding 91">
            <a:extLst>
              <a:ext uri="{FF2B5EF4-FFF2-40B4-BE49-F238E27FC236}">
                <a16:creationId xmlns:a16="http://schemas.microsoft.com/office/drawing/2014/main" id="{639D776A-8352-7E9E-89F4-ED50F0030F96}"/>
              </a:ext>
            </a:extLst>
          </p:cNvPr>
          <p:cNvSpPr>
            <a:spLocks noGrp="1"/>
          </p:cNvSpPr>
          <p:nvPr>
            <p:ph type="pic" sz="quarter" idx="13" hasCustomPrompt="1"/>
          </p:nvPr>
        </p:nvSpPr>
        <p:spPr>
          <a:xfrm>
            <a:off x="1" y="-514685"/>
            <a:ext cx="12193947" cy="6071056"/>
          </a:xfrm>
          <a:custGeom>
            <a:avLst/>
            <a:gdLst>
              <a:gd name="connsiteX0" fmla="*/ 11029162 w 12193947"/>
              <a:gd name="connsiteY0" fmla="*/ 0 h 6071056"/>
              <a:gd name="connsiteX1" fmla="*/ 11045748 w 12193947"/>
              <a:gd name="connsiteY1" fmla="*/ 674 h 6071056"/>
              <a:gd name="connsiteX2" fmla="*/ 11216543 w 12193947"/>
              <a:gd name="connsiteY2" fmla="*/ 674 h 6071056"/>
              <a:gd name="connsiteX3" fmla="*/ 11216567 w 12193947"/>
              <a:gd name="connsiteY3" fmla="*/ 673 h 6071056"/>
              <a:gd name="connsiteX4" fmla="*/ 11216572 w 12193947"/>
              <a:gd name="connsiteY4" fmla="*/ 674 h 6071056"/>
              <a:gd name="connsiteX5" fmla="*/ 11545491 w 12193947"/>
              <a:gd name="connsiteY5" fmla="*/ 674 h 6071056"/>
              <a:gd name="connsiteX6" fmla="*/ 11652636 w 12193947"/>
              <a:gd name="connsiteY6" fmla="*/ 71695 h 6071056"/>
              <a:gd name="connsiteX7" fmla="*/ 11661501 w 12193947"/>
              <a:gd name="connsiteY7" fmla="*/ 115606 h 6071056"/>
              <a:gd name="connsiteX8" fmla="*/ 11663031 w 12193947"/>
              <a:gd name="connsiteY8" fmla="*/ 116284 h 6071056"/>
              <a:gd name="connsiteX9" fmla="*/ 11663031 w 12193947"/>
              <a:gd name="connsiteY9" fmla="*/ 381399 h 6071056"/>
              <a:gd name="connsiteX10" fmla="*/ 11734052 w 12193947"/>
              <a:gd name="connsiteY10" fmla="*/ 488544 h 6071056"/>
              <a:gd name="connsiteX11" fmla="*/ 11779309 w 12193947"/>
              <a:gd name="connsiteY11" fmla="*/ 497681 h 6071056"/>
              <a:gd name="connsiteX12" fmla="*/ 12191999 w 12193947"/>
              <a:gd name="connsiteY12" fmla="*/ 498142 h 6071056"/>
              <a:gd name="connsiteX13" fmla="*/ 12191999 w 12193947"/>
              <a:gd name="connsiteY13" fmla="*/ 498356 h 6071056"/>
              <a:gd name="connsiteX14" fmla="*/ 12193947 w 12193947"/>
              <a:gd name="connsiteY14" fmla="*/ 498356 h 6071056"/>
              <a:gd name="connsiteX15" fmla="*/ 12193947 w 12193947"/>
              <a:gd name="connsiteY15" fmla="*/ 6071056 h 6071056"/>
              <a:gd name="connsiteX16" fmla="*/ 888045 w 12193947"/>
              <a:gd name="connsiteY16" fmla="*/ 6071056 h 6071056"/>
              <a:gd name="connsiteX17" fmla="*/ 0 w 12193947"/>
              <a:gd name="connsiteY17" fmla="*/ 5183011 h 6071056"/>
              <a:gd name="connsiteX18" fmla="*/ 0 w 12193947"/>
              <a:gd name="connsiteY18" fmla="*/ 498356 h 6071056"/>
              <a:gd name="connsiteX19" fmla="*/ 3699780 w 12193947"/>
              <a:gd name="connsiteY19" fmla="*/ 498356 h 6071056"/>
              <a:gd name="connsiteX20" fmla="*/ 3699780 w 12193947"/>
              <a:gd name="connsiteY20" fmla="*/ 498355 h 6071056"/>
              <a:gd name="connsiteX21" fmla="*/ 10466420 w 12193947"/>
              <a:gd name="connsiteY21" fmla="*/ 498354 h 6071056"/>
              <a:gd name="connsiteX22" fmla="*/ 10511677 w 12193947"/>
              <a:gd name="connsiteY22" fmla="*/ 489217 h 6071056"/>
              <a:gd name="connsiteX23" fmla="*/ 10562839 w 12193947"/>
              <a:gd name="connsiteY23" fmla="*/ 447087 h 6071056"/>
              <a:gd name="connsiteX24" fmla="*/ 10576062 w 12193947"/>
              <a:gd name="connsiteY24" fmla="*/ 416383 h 6071056"/>
              <a:gd name="connsiteX25" fmla="*/ 10581774 w 12193947"/>
              <a:gd name="connsiteY25" fmla="*/ 385859 h 6071056"/>
              <a:gd name="connsiteX26" fmla="*/ 10581774 w 12193947"/>
              <a:gd name="connsiteY26" fmla="*/ 396360 h 6071056"/>
              <a:gd name="connsiteX27" fmla="*/ 10582142 w 12193947"/>
              <a:gd name="connsiteY27" fmla="*/ 383893 h 6071056"/>
              <a:gd name="connsiteX28" fmla="*/ 10581774 w 12193947"/>
              <a:gd name="connsiteY28" fmla="*/ 385859 h 6071056"/>
              <a:gd name="connsiteX29" fmla="*/ 10581774 w 12193947"/>
              <a:gd name="connsiteY29" fmla="*/ 116957 h 6071056"/>
              <a:gd name="connsiteX30" fmla="*/ 10698057 w 12193947"/>
              <a:gd name="connsiteY30" fmla="*/ 674 h 6071056"/>
              <a:gd name="connsiteX31" fmla="*/ 11025824 w 12193947"/>
              <a:gd name="connsiteY31" fmla="*/ 674 h 607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193947" h="6071056">
                <a:moveTo>
                  <a:pt x="11029162" y="0"/>
                </a:moveTo>
                <a:lnTo>
                  <a:pt x="11045748" y="674"/>
                </a:lnTo>
                <a:lnTo>
                  <a:pt x="11216543" y="674"/>
                </a:lnTo>
                <a:cubicBezTo>
                  <a:pt x="11216551" y="674"/>
                  <a:pt x="11216559" y="673"/>
                  <a:pt x="11216567" y="673"/>
                </a:cubicBezTo>
                <a:cubicBezTo>
                  <a:pt x="11216569" y="673"/>
                  <a:pt x="11216570" y="674"/>
                  <a:pt x="11216572" y="674"/>
                </a:cubicBezTo>
                <a:lnTo>
                  <a:pt x="11545491" y="674"/>
                </a:lnTo>
                <a:cubicBezTo>
                  <a:pt x="11593657" y="674"/>
                  <a:pt x="11634983" y="29959"/>
                  <a:pt x="11652636" y="71695"/>
                </a:cubicBezTo>
                <a:lnTo>
                  <a:pt x="11661501" y="115606"/>
                </a:lnTo>
                <a:lnTo>
                  <a:pt x="11663031" y="116284"/>
                </a:lnTo>
                <a:lnTo>
                  <a:pt x="11663031" y="381399"/>
                </a:lnTo>
                <a:cubicBezTo>
                  <a:pt x="11663031" y="429565"/>
                  <a:pt x="11692316" y="470891"/>
                  <a:pt x="11734052" y="488544"/>
                </a:cubicBezTo>
                <a:lnTo>
                  <a:pt x="11779309" y="497681"/>
                </a:lnTo>
                <a:lnTo>
                  <a:pt x="12191999" y="498142"/>
                </a:lnTo>
                <a:lnTo>
                  <a:pt x="12191999" y="498356"/>
                </a:lnTo>
                <a:lnTo>
                  <a:pt x="12193947" y="498356"/>
                </a:lnTo>
                <a:lnTo>
                  <a:pt x="12193947" y="6071056"/>
                </a:lnTo>
                <a:lnTo>
                  <a:pt x="888045" y="6071056"/>
                </a:lnTo>
                <a:cubicBezTo>
                  <a:pt x="397591" y="6071056"/>
                  <a:pt x="0" y="5673465"/>
                  <a:pt x="0" y="5183011"/>
                </a:cubicBezTo>
                <a:lnTo>
                  <a:pt x="0" y="498356"/>
                </a:lnTo>
                <a:lnTo>
                  <a:pt x="3699780" y="498356"/>
                </a:lnTo>
                <a:lnTo>
                  <a:pt x="3699780" y="498355"/>
                </a:lnTo>
                <a:lnTo>
                  <a:pt x="10466420" y="498354"/>
                </a:lnTo>
                <a:lnTo>
                  <a:pt x="10511677" y="489217"/>
                </a:lnTo>
                <a:cubicBezTo>
                  <a:pt x="10532545" y="480390"/>
                  <a:pt x="10550300" y="465646"/>
                  <a:pt x="10562839" y="447087"/>
                </a:cubicBezTo>
                <a:cubicBezTo>
                  <a:pt x="10570819" y="437745"/>
                  <a:pt x="10574036" y="427213"/>
                  <a:pt x="10576062" y="416383"/>
                </a:cubicBezTo>
                <a:lnTo>
                  <a:pt x="10581774" y="385859"/>
                </a:lnTo>
                <a:lnTo>
                  <a:pt x="10581774" y="396360"/>
                </a:lnTo>
                <a:cubicBezTo>
                  <a:pt x="10581897" y="396967"/>
                  <a:pt x="10582019" y="383286"/>
                  <a:pt x="10582142" y="383893"/>
                </a:cubicBezTo>
                <a:cubicBezTo>
                  <a:pt x="10582019" y="384548"/>
                  <a:pt x="10581897" y="385204"/>
                  <a:pt x="10581774" y="385859"/>
                </a:cubicBezTo>
                <a:lnTo>
                  <a:pt x="10581774" y="116957"/>
                </a:lnTo>
                <a:cubicBezTo>
                  <a:pt x="10581774" y="52736"/>
                  <a:pt x="10633836" y="674"/>
                  <a:pt x="10698057" y="674"/>
                </a:cubicBezTo>
                <a:lnTo>
                  <a:pt x="11025824" y="674"/>
                </a:lnTo>
                <a:close/>
              </a:path>
            </a:pathLst>
          </a:custGeom>
          <a:pattFill prst="pct60">
            <a:fgClr>
              <a:schemeClr val="bg1">
                <a:lumMod val="95000"/>
              </a:schemeClr>
            </a:fgClr>
            <a:bgClr>
              <a:schemeClr val="bg1">
                <a:lumMod val="85000"/>
              </a:schemeClr>
            </a:bgClr>
          </a:pattFill>
        </p:spPr>
        <p:txBody>
          <a:bodyPr wrap="square" lIns="360000" tIns="0" rIns="1800000" bIns="5652000" anchor="ctr" anchorCtr="0">
            <a:noAutofit/>
          </a:bodyPr>
          <a:lstStyle>
            <a:lvl1pPr marL="0" indent="0" algn="r">
              <a:lnSpc>
                <a:spcPct val="100000"/>
              </a:lnSpc>
              <a:spcBef>
                <a:spcPts val="0"/>
              </a:spcBef>
              <a:spcAft>
                <a:spcPts val="0"/>
              </a:spcAft>
              <a:buNone/>
              <a:defRPr sz="900" i="1">
                <a:solidFill>
                  <a:schemeClr val="bg1">
                    <a:lumMod val="50000"/>
                  </a:schemeClr>
                </a:solidFill>
              </a:defRPr>
            </a:lvl1pPr>
          </a:lstStyle>
          <a:p>
            <a:r>
              <a:rPr lang="nl-NL"/>
              <a:t>Selecteer het invoegkader van de afbeelding door op het lipje hiernaast te klikken. </a:t>
            </a:r>
            <a:br>
              <a:rPr lang="nl-NL"/>
            </a:br>
            <a:r>
              <a:rPr lang="nl-NL"/>
              <a:t>Ga naar de tab ‘Invoegen’, klik op ‘Afbeeldingen’, selecteer de gewenste afbeelding en klik op ‘Invoegen’.</a:t>
            </a:r>
          </a:p>
        </p:txBody>
      </p:sp>
      <p:sp>
        <p:nvSpPr>
          <p:cNvPr id="7" name="Rechthoek 6">
            <a:extLst>
              <a:ext uri="{FF2B5EF4-FFF2-40B4-BE49-F238E27FC236}">
                <a16:creationId xmlns:a16="http://schemas.microsoft.com/office/drawing/2014/main" id="{7D3AA19E-3DC8-4556-BC42-05B65FEB6237}"/>
              </a:ext>
            </a:extLst>
          </p:cNvPr>
          <p:cNvSpPr/>
          <p:nvPr userDrawn="1"/>
        </p:nvSpPr>
        <p:spPr>
          <a:xfrm>
            <a:off x="0" y="-395164"/>
            <a:ext cx="103874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l"/>
            <a:r>
              <a:rPr lang="nl-NL" sz="1200" b="0" cap="none" baseline="0" noProof="0">
                <a:solidFill>
                  <a:schemeClr val="accent1"/>
                </a:solidFill>
                <a:latin typeface="+mn-lt"/>
              </a:rPr>
              <a:t>Titeldia #2</a:t>
            </a:r>
          </a:p>
        </p:txBody>
      </p:sp>
      <p:sp>
        <p:nvSpPr>
          <p:cNvPr id="2" name="Titel 1">
            <a:extLst>
              <a:ext uri="{FF2B5EF4-FFF2-40B4-BE49-F238E27FC236}">
                <a16:creationId xmlns:a16="http://schemas.microsoft.com/office/drawing/2014/main" id="{2A71DEDF-37F1-4689-8FA1-5E743C7DD6C0}"/>
              </a:ext>
            </a:extLst>
          </p:cNvPr>
          <p:cNvSpPr>
            <a:spLocks noGrp="1"/>
          </p:cNvSpPr>
          <p:nvPr userDrawn="1">
            <p:ph type="ctrTitle" hasCustomPrompt="1"/>
          </p:nvPr>
        </p:nvSpPr>
        <p:spPr>
          <a:xfrm>
            <a:off x="1373306" y="2241750"/>
            <a:ext cx="9882071" cy="1332416"/>
          </a:xfrm>
        </p:spPr>
        <p:txBody>
          <a:bodyPr wrap="square" bIns="0" anchor="t" anchorCtr="0">
            <a:spAutoFit/>
          </a:bodyPr>
          <a:lstStyle>
            <a:lvl1pPr algn="l">
              <a:lnSpc>
                <a:spcPct val="80000"/>
              </a:lnSpc>
              <a:defRPr sz="5400">
                <a:solidFill>
                  <a:schemeClr val="bg1"/>
                </a:solidFill>
                <a:latin typeface="Blacker Pro Display Extrabold" pitchFamily="50" charset="0"/>
              </a:defRPr>
            </a:lvl1pPr>
          </a:lstStyle>
          <a:p>
            <a:r>
              <a:rPr lang="nl-NL" noProof="0"/>
              <a:t>Titel van </a:t>
            </a:r>
            <a:br>
              <a:rPr lang="nl-NL" noProof="0"/>
            </a:br>
            <a:r>
              <a:rPr lang="nl-NL" noProof="0"/>
              <a:t>de presentatie</a:t>
            </a:r>
          </a:p>
        </p:txBody>
      </p:sp>
      <p:sp>
        <p:nvSpPr>
          <p:cNvPr id="3" name="Ondertitel 2">
            <a:extLst>
              <a:ext uri="{FF2B5EF4-FFF2-40B4-BE49-F238E27FC236}">
                <a16:creationId xmlns:a16="http://schemas.microsoft.com/office/drawing/2014/main" id="{CEA18CD7-32A7-41E4-9DF7-7259FA2187F6}"/>
              </a:ext>
            </a:extLst>
          </p:cNvPr>
          <p:cNvSpPr>
            <a:spLocks noGrp="1"/>
          </p:cNvSpPr>
          <p:nvPr userDrawn="1">
            <p:ph type="subTitle" idx="1" hasCustomPrompt="1"/>
          </p:nvPr>
        </p:nvSpPr>
        <p:spPr>
          <a:xfrm>
            <a:off x="1373306" y="1688092"/>
            <a:ext cx="9882069" cy="230832"/>
          </a:xfrm>
        </p:spPr>
        <p:txBody>
          <a:bodyPr wrap="square" anchor="b">
            <a:spAutoFit/>
          </a:bodyPr>
          <a:lstStyle>
            <a:lvl1pPr marL="0" indent="0" algn="l">
              <a:lnSpc>
                <a:spcPct val="100000"/>
              </a:lnSpc>
              <a:buNone/>
              <a:defRPr sz="1500" b="1">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noProof="0"/>
              <a:t>Subtitel</a:t>
            </a:r>
          </a:p>
        </p:txBody>
      </p:sp>
      <p:sp>
        <p:nvSpPr>
          <p:cNvPr id="117" name="Tijdelijke aanduiding voor tekst 116">
            <a:extLst>
              <a:ext uri="{FF2B5EF4-FFF2-40B4-BE49-F238E27FC236}">
                <a16:creationId xmlns:a16="http://schemas.microsoft.com/office/drawing/2014/main" id="{55A7A2A6-C0FE-0687-3DAE-593BBC9D3AC9}"/>
              </a:ext>
            </a:extLst>
          </p:cNvPr>
          <p:cNvSpPr>
            <a:spLocks noGrp="1"/>
          </p:cNvSpPr>
          <p:nvPr>
            <p:ph type="body" sz="quarter" idx="14" hasCustomPrompt="1"/>
          </p:nvPr>
        </p:nvSpPr>
        <p:spPr>
          <a:xfrm>
            <a:off x="11356484" y="6157708"/>
            <a:ext cx="841025" cy="716853"/>
          </a:xfrm>
          <a:custGeom>
            <a:avLst/>
            <a:gdLst>
              <a:gd name="connsiteX0" fmla="*/ 321235 w 841025"/>
              <a:gd name="connsiteY0" fmla="*/ 0 h 716853"/>
              <a:gd name="connsiteX1" fmla="*/ 841025 w 841025"/>
              <a:gd name="connsiteY1" fmla="*/ 619253 h 716853"/>
              <a:gd name="connsiteX2" fmla="*/ 841025 w 841025"/>
              <a:gd name="connsiteY2" fmla="*/ 716853 h 716853"/>
              <a:gd name="connsiteX3" fmla="*/ 48599 w 841025"/>
              <a:gd name="connsiteY3" fmla="*/ 716853 h 716853"/>
              <a:gd name="connsiteX4" fmla="*/ 21765 w 841025"/>
              <a:gd name="connsiteY4" fmla="*/ 652247 h 716853"/>
              <a:gd name="connsiteX5" fmla="*/ 182327 w 841025"/>
              <a:gd name="connsiteY5" fmla="*/ 115737 h 71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025" h="716853">
                <a:moveTo>
                  <a:pt x="321235" y="0"/>
                </a:moveTo>
                <a:lnTo>
                  <a:pt x="841025" y="619253"/>
                </a:lnTo>
                <a:lnTo>
                  <a:pt x="841025" y="716853"/>
                </a:lnTo>
                <a:lnTo>
                  <a:pt x="48599" y="716853"/>
                </a:lnTo>
                <a:lnTo>
                  <a:pt x="21765" y="652247"/>
                </a:lnTo>
                <a:cubicBezTo>
                  <a:pt x="-35541" y="463325"/>
                  <a:pt x="21112" y="250061"/>
                  <a:pt x="182327" y="115737"/>
                </a:cubicBezTo>
                <a:close/>
              </a:path>
            </a:pathLst>
          </a:custGeom>
          <a:solidFill>
            <a:schemeClr val="accent2"/>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104" name="Tijdelijke aanduiding voor tekst 103">
            <a:extLst>
              <a:ext uri="{FF2B5EF4-FFF2-40B4-BE49-F238E27FC236}">
                <a16:creationId xmlns:a16="http://schemas.microsoft.com/office/drawing/2014/main" id="{4CC9CF52-5C6F-C61F-28D2-6480BF899F9A}"/>
              </a:ext>
            </a:extLst>
          </p:cNvPr>
          <p:cNvSpPr>
            <a:spLocks noGrp="1"/>
          </p:cNvSpPr>
          <p:nvPr>
            <p:ph type="body" sz="quarter" idx="18" hasCustomPrompt="1"/>
          </p:nvPr>
        </p:nvSpPr>
        <p:spPr>
          <a:xfrm>
            <a:off x="10423267" y="5022134"/>
            <a:ext cx="1252772" cy="1135986"/>
          </a:xfrm>
          <a:custGeom>
            <a:avLst/>
            <a:gdLst>
              <a:gd name="connsiteX0" fmla="*/ 382130 w 1252772"/>
              <a:gd name="connsiteY0" fmla="*/ 0 h 1135986"/>
              <a:gd name="connsiteX1" fmla="*/ 392038 w 1252772"/>
              <a:gd name="connsiteY1" fmla="*/ 48627 h 1135986"/>
              <a:gd name="connsiteX2" fmla="*/ 488323 w 1252772"/>
              <a:gd name="connsiteY2" fmla="*/ 225259 h 1135986"/>
              <a:gd name="connsiteX3" fmla="*/ 1252772 w 1252772"/>
              <a:gd name="connsiteY3" fmla="*/ 1135986 h 1135986"/>
              <a:gd name="connsiteX4" fmla="*/ 418777 w 1252772"/>
              <a:gd name="connsiteY4" fmla="*/ 989037 h 1135986"/>
              <a:gd name="connsiteX5" fmla="*/ 7770 w 1252772"/>
              <a:gd name="connsiteY5" fmla="*/ 402218 h 1135986"/>
              <a:gd name="connsiteX6" fmla="*/ 300631 w 1252772"/>
              <a:gd name="connsiteY6" fmla="*/ 27268 h 1135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772" h="1135986">
                <a:moveTo>
                  <a:pt x="382130" y="0"/>
                </a:moveTo>
                <a:lnTo>
                  <a:pt x="392038" y="48627"/>
                </a:lnTo>
                <a:cubicBezTo>
                  <a:pt x="411369" y="111531"/>
                  <a:pt x="443353" y="171684"/>
                  <a:pt x="488323" y="225259"/>
                </a:cubicBezTo>
                <a:lnTo>
                  <a:pt x="1252772" y="1135986"/>
                </a:lnTo>
                <a:lnTo>
                  <a:pt x="418777" y="989037"/>
                </a:lnTo>
                <a:cubicBezTo>
                  <a:pt x="143234" y="940488"/>
                  <a:pt x="-40780" y="677763"/>
                  <a:pt x="7770" y="402218"/>
                </a:cubicBezTo>
                <a:cubicBezTo>
                  <a:pt x="38114" y="230004"/>
                  <a:pt x="152121" y="93543"/>
                  <a:pt x="300631" y="27268"/>
                </a:cubicBezTo>
                <a:close/>
              </a:path>
            </a:pathLst>
          </a:custGeom>
          <a:solidFill>
            <a:schemeClr val="accent3"/>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100" name="Tijdelijke aanduiding voor tekst 99">
            <a:extLst>
              <a:ext uri="{FF2B5EF4-FFF2-40B4-BE49-F238E27FC236}">
                <a16:creationId xmlns:a16="http://schemas.microsoft.com/office/drawing/2014/main" id="{9F3D88DE-B372-ED15-F5AB-5923D0563FF8}"/>
              </a:ext>
            </a:extLst>
          </p:cNvPr>
          <p:cNvSpPr>
            <a:spLocks noGrp="1"/>
          </p:cNvSpPr>
          <p:nvPr>
            <p:ph type="body" sz="quarter" idx="17" hasCustomPrompt="1"/>
          </p:nvPr>
        </p:nvSpPr>
        <p:spPr>
          <a:xfrm>
            <a:off x="10789859" y="4415080"/>
            <a:ext cx="1422011" cy="809200"/>
          </a:xfrm>
          <a:custGeom>
            <a:avLst/>
            <a:gdLst>
              <a:gd name="connsiteX0" fmla="*/ 550683 w 1422011"/>
              <a:gd name="connsiteY0" fmla="*/ 1933 h 809200"/>
              <a:gd name="connsiteX1" fmla="*/ 894636 w 1422011"/>
              <a:gd name="connsiteY1" fmla="*/ 180912 h 809200"/>
              <a:gd name="connsiteX2" fmla="*/ 1422011 w 1422011"/>
              <a:gd name="connsiteY2" fmla="*/ 809200 h 809200"/>
              <a:gd name="connsiteX3" fmla="*/ 224860 w 1422011"/>
              <a:gd name="connsiteY3" fmla="*/ 598265 h 809200"/>
              <a:gd name="connsiteX4" fmla="*/ 23751 w 1422011"/>
              <a:gd name="connsiteY4" fmla="*/ 603255 h 809200"/>
              <a:gd name="connsiteX5" fmla="*/ 12396 w 1422011"/>
              <a:gd name="connsiteY5" fmla="*/ 607054 h 809200"/>
              <a:gd name="connsiteX6" fmla="*/ 2755 w 1422011"/>
              <a:gd name="connsiteY6" fmla="*/ 559740 h 809200"/>
              <a:gd name="connsiteX7" fmla="*/ 180912 w 1422011"/>
              <a:gd name="connsiteY7" fmla="*/ 118589 h 809200"/>
              <a:gd name="connsiteX8" fmla="*/ 550683 w 1422011"/>
              <a:gd name="connsiteY8" fmla="*/ 1933 h 80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2011" h="809200">
                <a:moveTo>
                  <a:pt x="550683" y="1933"/>
                </a:moveTo>
                <a:cubicBezTo>
                  <a:pt x="679842" y="13211"/>
                  <a:pt x="804698" y="73762"/>
                  <a:pt x="894636" y="180912"/>
                </a:cubicBezTo>
                <a:lnTo>
                  <a:pt x="1422011" y="809200"/>
                </a:lnTo>
                <a:lnTo>
                  <a:pt x="224860" y="598265"/>
                </a:lnTo>
                <a:cubicBezTo>
                  <a:pt x="155974" y="586127"/>
                  <a:pt x="87888" y="588525"/>
                  <a:pt x="23751" y="603255"/>
                </a:cubicBezTo>
                <a:lnTo>
                  <a:pt x="12396" y="607054"/>
                </a:lnTo>
                <a:lnTo>
                  <a:pt x="2755" y="559740"/>
                </a:lnTo>
                <a:cubicBezTo>
                  <a:pt x="-14152" y="397994"/>
                  <a:pt x="46974" y="231014"/>
                  <a:pt x="180912" y="118589"/>
                </a:cubicBezTo>
                <a:cubicBezTo>
                  <a:pt x="288062" y="28649"/>
                  <a:pt x="421524" y="-9345"/>
                  <a:pt x="550683" y="1933"/>
                </a:cubicBezTo>
                <a:close/>
              </a:path>
            </a:pathLst>
          </a:custGeom>
          <a:solidFill>
            <a:schemeClr val="accent1"/>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101" name="Tijdelijke aanduiding voor tekst 100">
            <a:extLst>
              <a:ext uri="{FF2B5EF4-FFF2-40B4-BE49-F238E27FC236}">
                <a16:creationId xmlns:a16="http://schemas.microsoft.com/office/drawing/2014/main" id="{1CEC963F-34F8-83D3-EE0B-84379B44383E}"/>
              </a:ext>
            </a:extLst>
          </p:cNvPr>
          <p:cNvSpPr>
            <a:spLocks noGrp="1"/>
          </p:cNvSpPr>
          <p:nvPr>
            <p:ph type="body" sz="quarter" idx="16" hasCustomPrompt="1"/>
          </p:nvPr>
        </p:nvSpPr>
        <p:spPr>
          <a:xfrm>
            <a:off x="10802253" y="5005577"/>
            <a:ext cx="1394315" cy="1153917"/>
          </a:xfrm>
          <a:custGeom>
            <a:avLst/>
            <a:gdLst>
              <a:gd name="connsiteX0" fmla="*/ 110129 w 1394314"/>
              <a:gd name="connsiteY0" fmla="*/ 190 h 1153917"/>
              <a:gd name="connsiteX1" fmla="*/ 212464 w 1394314"/>
              <a:gd name="connsiteY1" fmla="*/ 7770 h 1153917"/>
              <a:gd name="connsiteX2" fmla="*/ 1394314 w 1394314"/>
              <a:gd name="connsiteY2" fmla="*/ 216009 h 1153917"/>
              <a:gd name="connsiteX3" fmla="*/ 1394314 w 1394314"/>
              <a:gd name="connsiteY3" fmla="*/ 724084 h 1153917"/>
              <a:gd name="connsiteX4" fmla="*/ 878428 w 1394314"/>
              <a:gd name="connsiteY4" fmla="*/ 1153917 h 1153917"/>
              <a:gd name="connsiteX5" fmla="*/ 870642 w 1394314"/>
              <a:gd name="connsiteY5" fmla="*/ 1152545 h 1153917"/>
              <a:gd name="connsiteX6" fmla="*/ 106193 w 1394314"/>
              <a:gd name="connsiteY6" fmla="*/ 241818 h 1153917"/>
              <a:gd name="connsiteX7" fmla="*/ 9908 w 1394314"/>
              <a:gd name="connsiteY7" fmla="*/ 65186 h 1153917"/>
              <a:gd name="connsiteX8" fmla="*/ 0 w 1394314"/>
              <a:gd name="connsiteY8" fmla="*/ 16559 h 1153917"/>
              <a:gd name="connsiteX9" fmla="*/ 11355 w 1394314"/>
              <a:gd name="connsiteY9" fmla="*/ 12760 h 1153917"/>
              <a:gd name="connsiteX10" fmla="*/ 110129 w 1394314"/>
              <a:gd name="connsiteY10" fmla="*/ 190 h 1153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4314" h="1153917">
                <a:moveTo>
                  <a:pt x="110129" y="190"/>
                </a:moveTo>
                <a:cubicBezTo>
                  <a:pt x="143778" y="-734"/>
                  <a:pt x="178021" y="1701"/>
                  <a:pt x="212464" y="7770"/>
                </a:cubicBezTo>
                <a:lnTo>
                  <a:pt x="1394314" y="216009"/>
                </a:lnTo>
                <a:lnTo>
                  <a:pt x="1394314" y="724084"/>
                </a:lnTo>
                <a:lnTo>
                  <a:pt x="878428" y="1153917"/>
                </a:lnTo>
                <a:lnTo>
                  <a:pt x="870642" y="1152545"/>
                </a:lnTo>
                <a:lnTo>
                  <a:pt x="106193" y="241818"/>
                </a:lnTo>
                <a:cubicBezTo>
                  <a:pt x="61223" y="188243"/>
                  <a:pt x="29239" y="128090"/>
                  <a:pt x="9908" y="65186"/>
                </a:cubicBezTo>
                <a:lnTo>
                  <a:pt x="0" y="16559"/>
                </a:lnTo>
                <a:lnTo>
                  <a:pt x="11355" y="12760"/>
                </a:lnTo>
                <a:cubicBezTo>
                  <a:pt x="43424" y="5395"/>
                  <a:pt x="76479" y="1113"/>
                  <a:pt x="110129" y="190"/>
                </a:cubicBezTo>
                <a:close/>
              </a:path>
            </a:pathLst>
          </a:custGeom>
          <a:solidFill>
            <a:srgbClr val="290A32"/>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109" name="Tijdelijke aanduiding voor tekst 108">
            <a:extLst>
              <a:ext uri="{FF2B5EF4-FFF2-40B4-BE49-F238E27FC236}">
                <a16:creationId xmlns:a16="http://schemas.microsoft.com/office/drawing/2014/main" id="{35E4955D-B6DF-C20D-C8E8-792D001A0E0C}"/>
              </a:ext>
            </a:extLst>
          </p:cNvPr>
          <p:cNvSpPr>
            <a:spLocks noGrp="1"/>
          </p:cNvSpPr>
          <p:nvPr>
            <p:ph type="body" sz="quarter" idx="19" hasCustomPrompt="1"/>
          </p:nvPr>
        </p:nvSpPr>
        <p:spPr>
          <a:xfrm>
            <a:off x="11674158" y="6154453"/>
            <a:ext cx="519791" cy="622506"/>
          </a:xfrm>
          <a:custGeom>
            <a:avLst/>
            <a:gdLst>
              <a:gd name="connsiteX0" fmla="*/ 3904 w 519790"/>
              <a:gd name="connsiteY0" fmla="*/ 0 h 622506"/>
              <a:gd name="connsiteX1" fmla="*/ 519790 w 519790"/>
              <a:gd name="connsiteY1" fmla="*/ 90899 h 622506"/>
              <a:gd name="connsiteX2" fmla="*/ 519790 w 519790"/>
              <a:gd name="connsiteY2" fmla="*/ 622506 h 622506"/>
              <a:gd name="connsiteX3" fmla="*/ 0 w 519790"/>
              <a:gd name="connsiteY3" fmla="*/ 3253 h 622506"/>
            </a:gdLst>
            <a:ahLst/>
            <a:cxnLst>
              <a:cxn ang="0">
                <a:pos x="connsiteX0" y="connsiteY0"/>
              </a:cxn>
              <a:cxn ang="0">
                <a:pos x="connsiteX1" y="connsiteY1"/>
              </a:cxn>
              <a:cxn ang="0">
                <a:pos x="connsiteX2" y="connsiteY2"/>
              </a:cxn>
              <a:cxn ang="0">
                <a:pos x="connsiteX3" y="connsiteY3"/>
              </a:cxn>
            </a:cxnLst>
            <a:rect l="l" t="t" r="r" b="b"/>
            <a:pathLst>
              <a:path w="519790" h="622506">
                <a:moveTo>
                  <a:pt x="3904" y="0"/>
                </a:moveTo>
                <a:lnTo>
                  <a:pt x="519790" y="90899"/>
                </a:lnTo>
                <a:lnTo>
                  <a:pt x="519790" y="622506"/>
                </a:lnTo>
                <a:lnTo>
                  <a:pt x="0" y="3253"/>
                </a:lnTo>
                <a:close/>
              </a:path>
            </a:pathLst>
          </a:custGeom>
          <a:solidFill>
            <a:srgbClr val="211F26"/>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107" name="Tijdelijke aanduiding voor tekst 106">
            <a:extLst>
              <a:ext uri="{FF2B5EF4-FFF2-40B4-BE49-F238E27FC236}">
                <a16:creationId xmlns:a16="http://schemas.microsoft.com/office/drawing/2014/main" id="{AC8965D6-0677-574D-7862-9CDBB9981DF9}"/>
              </a:ext>
            </a:extLst>
          </p:cNvPr>
          <p:cNvSpPr>
            <a:spLocks noGrp="1"/>
          </p:cNvSpPr>
          <p:nvPr>
            <p:ph type="body" sz="quarter" idx="15" hasCustomPrompt="1"/>
          </p:nvPr>
        </p:nvSpPr>
        <p:spPr>
          <a:xfrm>
            <a:off x="11676381" y="5724620"/>
            <a:ext cx="516887" cy="520732"/>
          </a:xfrm>
          <a:custGeom>
            <a:avLst/>
            <a:gdLst>
              <a:gd name="connsiteX0" fmla="*/ 515886 w 515886"/>
              <a:gd name="connsiteY0" fmla="*/ 0 h 520732"/>
              <a:gd name="connsiteX1" fmla="*/ 515886 w 515886"/>
              <a:gd name="connsiteY1" fmla="*/ 520732 h 520732"/>
              <a:gd name="connsiteX2" fmla="*/ 0 w 515886"/>
              <a:gd name="connsiteY2" fmla="*/ 429833 h 520732"/>
            </a:gdLst>
            <a:ahLst/>
            <a:cxnLst>
              <a:cxn ang="0">
                <a:pos x="connsiteX0" y="connsiteY0"/>
              </a:cxn>
              <a:cxn ang="0">
                <a:pos x="connsiteX1" y="connsiteY1"/>
              </a:cxn>
              <a:cxn ang="0">
                <a:pos x="connsiteX2" y="connsiteY2"/>
              </a:cxn>
            </a:cxnLst>
            <a:rect l="l" t="t" r="r" b="b"/>
            <a:pathLst>
              <a:path w="515886" h="520732">
                <a:moveTo>
                  <a:pt x="515886" y="0"/>
                </a:moveTo>
                <a:lnTo>
                  <a:pt x="515886" y="520732"/>
                </a:lnTo>
                <a:lnTo>
                  <a:pt x="0" y="429833"/>
                </a:lnTo>
                <a:close/>
              </a:path>
            </a:pathLst>
          </a:custGeom>
          <a:solidFill>
            <a:srgbClr val="211F26"/>
          </a:solidFill>
        </p:spPr>
        <p:txBody>
          <a:bodyPr wrap="square">
            <a:noAutofit/>
          </a:bodyPr>
          <a:lstStyle>
            <a:lvl1pPr marL="0" indent="0">
              <a:buNone/>
              <a:defRPr sz="100">
                <a:solidFill>
                  <a:schemeClr val="tx2">
                    <a:alpha val="0"/>
                  </a:schemeClr>
                </a:solidFill>
              </a:defRPr>
            </a:lvl1pPr>
          </a:lstStyle>
          <a:p>
            <a:pPr lvl="0"/>
            <a:r>
              <a:rPr lang="nl-NL"/>
              <a:t>  </a:t>
            </a:r>
          </a:p>
        </p:txBody>
      </p:sp>
      <p:sp>
        <p:nvSpPr>
          <p:cNvPr id="67" name="Vrije vorm: vorm 66">
            <a:extLst>
              <a:ext uri="{FF2B5EF4-FFF2-40B4-BE49-F238E27FC236}">
                <a16:creationId xmlns:a16="http://schemas.microsoft.com/office/drawing/2014/main" id="{0B03C5CE-4933-A1DD-7E5A-ACD9942D01C2}"/>
              </a:ext>
            </a:extLst>
          </p:cNvPr>
          <p:cNvSpPr/>
          <p:nvPr userDrawn="1"/>
        </p:nvSpPr>
        <p:spPr>
          <a:xfrm>
            <a:off x="11670276" y="6153083"/>
            <a:ext cx="7787" cy="4625"/>
          </a:xfrm>
          <a:custGeom>
            <a:avLst/>
            <a:gdLst>
              <a:gd name="connsiteX0" fmla="*/ 0 w 7786"/>
              <a:gd name="connsiteY0" fmla="*/ 0 h 4625"/>
              <a:gd name="connsiteX1" fmla="*/ 7786 w 7786"/>
              <a:gd name="connsiteY1" fmla="*/ 1372 h 4625"/>
              <a:gd name="connsiteX2" fmla="*/ 3882 w 7786"/>
              <a:gd name="connsiteY2" fmla="*/ 4625 h 4625"/>
              <a:gd name="connsiteX3" fmla="*/ 0 w 7786"/>
              <a:gd name="connsiteY3" fmla="*/ 0 h 4625"/>
            </a:gdLst>
            <a:ahLst/>
            <a:cxnLst>
              <a:cxn ang="0">
                <a:pos x="connsiteX0" y="connsiteY0"/>
              </a:cxn>
              <a:cxn ang="0">
                <a:pos x="connsiteX1" y="connsiteY1"/>
              </a:cxn>
              <a:cxn ang="0">
                <a:pos x="connsiteX2" y="connsiteY2"/>
              </a:cxn>
              <a:cxn ang="0">
                <a:pos x="connsiteX3" y="connsiteY3"/>
              </a:cxn>
            </a:cxnLst>
            <a:rect l="l" t="t" r="r" b="b"/>
            <a:pathLst>
              <a:path w="7786" h="4625">
                <a:moveTo>
                  <a:pt x="0" y="0"/>
                </a:moveTo>
                <a:lnTo>
                  <a:pt x="7786" y="1372"/>
                </a:lnTo>
                <a:lnTo>
                  <a:pt x="3882" y="4625"/>
                </a:lnTo>
                <a:lnTo>
                  <a:pt x="0" y="0"/>
                </a:lnTo>
                <a:close/>
              </a:path>
            </a:pathLst>
          </a:custGeom>
          <a:solidFill>
            <a:schemeClr val="accent2"/>
          </a:solidFill>
          <a:ln w="6799" cap="flat">
            <a:noFill/>
            <a:prstDash val="solid"/>
            <a:miter/>
          </a:ln>
        </p:spPr>
        <p:txBody>
          <a:bodyPr rtlCol="0" anchor="ctr"/>
          <a:lstStyle/>
          <a:p>
            <a:endParaRPr lang="nl-NL" sz="1350"/>
          </a:p>
        </p:txBody>
      </p:sp>
      <p:pic>
        <p:nvPicPr>
          <p:cNvPr id="120" name="Afbeelding 119" descr="Afbeelding met Graphics, Lettertype, grafische vormgeving, schermopname&#10;&#10;Automatisch gegenereerde beschrijving">
            <a:extLst>
              <a:ext uri="{FF2B5EF4-FFF2-40B4-BE49-F238E27FC236}">
                <a16:creationId xmlns:a16="http://schemas.microsoft.com/office/drawing/2014/main" id="{156F41B7-0B3A-3385-2BD8-5F4539C46FE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0123" y="5787376"/>
            <a:ext cx="3944700" cy="864000"/>
          </a:xfrm>
          <a:prstGeom prst="rect">
            <a:avLst/>
          </a:prstGeom>
        </p:spPr>
      </p:pic>
    </p:spTree>
    <p:extLst>
      <p:ext uri="{BB962C8B-B14F-4D97-AF65-F5344CB8AC3E}">
        <p14:creationId xmlns:p14="http://schemas.microsoft.com/office/powerpoint/2010/main" val="1791667647"/>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dia #3">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3C785BCB-06A9-0695-6572-DDE74A61B7DA}"/>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err="1"/>
          </a:p>
        </p:txBody>
      </p:sp>
      <p:sp>
        <p:nvSpPr>
          <p:cNvPr id="7" name="Rechthoek 6">
            <a:extLst>
              <a:ext uri="{FF2B5EF4-FFF2-40B4-BE49-F238E27FC236}">
                <a16:creationId xmlns:a16="http://schemas.microsoft.com/office/drawing/2014/main" id="{7D3AA19E-3DC8-4556-BC42-05B65FEB6237}"/>
              </a:ext>
            </a:extLst>
          </p:cNvPr>
          <p:cNvSpPr/>
          <p:nvPr userDrawn="1"/>
        </p:nvSpPr>
        <p:spPr>
          <a:xfrm>
            <a:off x="0" y="-395164"/>
            <a:ext cx="103874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l"/>
            <a:r>
              <a:rPr lang="nl-NL" sz="1200" b="0" cap="none" baseline="0" noProof="0">
                <a:solidFill>
                  <a:schemeClr val="accent1"/>
                </a:solidFill>
                <a:latin typeface="+mn-lt"/>
              </a:rPr>
              <a:t>Titeldia #3</a:t>
            </a:r>
          </a:p>
        </p:txBody>
      </p:sp>
      <p:sp>
        <p:nvSpPr>
          <p:cNvPr id="2" name="Titel 1">
            <a:extLst>
              <a:ext uri="{FF2B5EF4-FFF2-40B4-BE49-F238E27FC236}">
                <a16:creationId xmlns:a16="http://schemas.microsoft.com/office/drawing/2014/main" id="{2A71DEDF-37F1-4689-8FA1-5E743C7DD6C0}"/>
              </a:ext>
            </a:extLst>
          </p:cNvPr>
          <p:cNvSpPr>
            <a:spLocks noGrp="1"/>
          </p:cNvSpPr>
          <p:nvPr userDrawn="1">
            <p:ph type="ctrTitle" hasCustomPrompt="1"/>
          </p:nvPr>
        </p:nvSpPr>
        <p:spPr>
          <a:xfrm>
            <a:off x="884822" y="1508170"/>
            <a:ext cx="9882071" cy="814262"/>
          </a:xfrm>
        </p:spPr>
        <p:txBody>
          <a:bodyPr wrap="square" bIns="0" anchor="t" anchorCtr="0">
            <a:spAutoFit/>
          </a:bodyPr>
          <a:lstStyle>
            <a:lvl1pPr algn="l">
              <a:lnSpc>
                <a:spcPct val="80000"/>
              </a:lnSpc>
              <a:defRPr sz="3300">
                <a:solidFill>
                  <a:schemeClr val="bg1"/>
                </a:solidFill>
                <a:latin typeface="Blacker Pro Display Extrabold" pitchFamily="50" charset="0"/>
              </a:defRPr>
            </a:lvl1pPr>
          </a:lstStyle>
          <a:p>
            <a:r>
              <a:rPr lang="nl-NL" noProof="0"/>
              <a:t>Titel van </a:t>
            </a:r>
            <a:br>
              <a:rPr lang="nl-NL" noProof="0"/>
            </a:br>
            <a:r>
              <a:rPr lang="nl-NL" noProof="0"/>
              <a:t>de presentatie</a:t>
            </a:r>
          </a:p>
        </p:txBody>
      </p:sp>
      <p:sp>
        <p:nvSpPr>
          <p:cNvPr id="3" name="Ondertitel 2">
            <a:extLst>
              <a:ext uri="{FF2B5EF4-FFF2-40B4-BE49-F238E27FC236}">
                <a16:creationId xmlns:a16="http://schemas.microsoft.com/office/drawing/2014/main" id="{CEA18CD7-32A7-41E4-9DF7-7259FA2187F6}"/>
              </a:ext>
            </a:extLst>
          </p:cNvPr>
          <p:cNvSpPr>
            <a:spLocks noGrp="1"/>
          </p:cNvSpPr>
          <p:nvPr userDrawn="1">
            <p:ph type="subTitle" idx="1" hasCustomPrompt="1"/>
          </p:nvPr>
        </p:nvSpPr>
        <p:spPr>
          <a:xfrm>
            <a:off x="884820" y="954512"/>
            <a:ext cx="9882069" cy="230832"/>
          </a:xfrm>
        </p:spPr>
        <p:txBody>
          <a:bodyPr wrap="square" anchor="b">
            <a:spAutoFit/>
          </a:bodyPr>
          <a:lstStyle>
            <a:lvl1pPr marL="0" indent="0" algn="l">
              <a:lnSpc>
                <a:spcPct val="100000"/>
              </a:lnSpc>
              <a:buNone/>
              <a:defRPr sz="1500" b="1">
                <a:solidFill>
                  <a:schemeClr val="bg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noProof="0"/>
              <a:t>Subtitel</a:t>
            </a:r>
          </a:p>
        </p:txBody>
      </p:sp>
      <p:sp>
        <p:nvSpPr>
          <p:cNvPr id="70" name="Vrije vorm: vorm 69">
            <a:extLst>
              <a:ext uri="{FF2B5EF4-FFF2-40B4-BE49-F238E27FC236}">
                <a16:creationId xmlns:a16="http://schemas.microsoft.com/office/drawing/2014/main" id="{E050916B-7E86-E664-BB70-25786732EAA1}"/>
              </a:ext>
            </a:extLst>
          </p:cNvPr>
          <p:cNvSpPr/>
          <p:nvPr/>
        </p:nvSpPr>
        <p:spPr>
          <a:xfrm rot="1105998">
            <a:off x="7844859" y="1305738"/>
            <a:ext cx="2271792" cy="3408164"/>
          </a:xfrm>
          <a:custGeom>
            <a:avLst/>
            <a:gdLst>
              <a:gd name="connsiteX0" fmla="*/ 1612641 w 2271792"/>
              <a:gd name="connsiteY0" fmla="*/ 17930 h 3408164"/>
              <a:gd name="connsiteX1" fmla="*/ 2009918 w 2271792"/>
              <a:gd name="connsiteY1" fmla="*/ 70224 h 3408164"/>
              <a:gd name="connsiteX2" fmla="*/ 2201567 w 2271792"/>
              <a:gd name="connsiteY2" fmla="*/ 785402 h 3408164"/>
              <a:gd name="connsiteX3" fmla="*/ 778219 w 2271792"/>
              <a:gd name="connsiteY3" fmla="*/ 3250841 h 3408164"/>
              <a:gd name="connsiteX4" fmla="*/ 640698 w 2271792"/>
              <a:gd name="connsiteY4" fmla="*/ 3406759 h 3408164"/>
              <a:gd name="connsiteX5" fmla="*/ 638405 w 2271792"/>
              <a:gd name="connsiteY5" fmla="*/ 3408164 h 3408164"/>
              <a:gd name="connsiteX6" fmla="*/ 700654 w 2271792"/>
              <a:gd name="connsiteY6" fmla="*/ 3349275 h 3408164"/>
              <a:gd name="connsiteX7" fmla="*/ 815591 w 2271792"/>
              <a:gd name="connsiteY7" fmla="*/ 3091728 h 3408164"/>
              <a:gd name="connsiteX8" fmla="*/ 396153 w 2271792"/>
              <a:gd name="connsiteY8" fmla="*/ 2553638 h 3408164"/>
              <a:gd name="connsiteX9" fmla="*/ 0 w 2271792"/>
              <a:gd name="connsiteY9" fmla="*/ 2504547 h 3408164"/>
              <a:gd name="connsiteX10" fmla="*/ 1294741 w 2271792"/>
              <a:gd name="connsiteY10" fmla="*/ 261871 h 3408164"/>
              <a:gd name="connsiteX11" fmla="*/ 1612641 w 2271792"/>
              <a:gd name="connsiteY11" fmla="*/ 17930 h 3408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71792" h="3408164">
                <a:moveTo>
                  <a:pt x="1612641" y="17930"/>
                </a:moveTo>
                <a:cubicBezTo>
                  <a:pt x="1742063" y="-16751"/>
                  <a:pt x="1884714" y="-2060"/>
                  <a:pt x="2009918" y="70224"/>
                </a:cubicBezTo>
                <a:cubicBezTo>
                  <a:pt x="2260332" y="214793"/>
                  <a:pt x="2346140" y="534989"/>
                  <a:pt x="2201567" y="785402"/>
                </a:cubicBezTo>
                <a:lnTo>
                  <a:pt x="778219" y="3250841"/>
                </a:lnTo>
                <a:cubicBezTo>
                  <a:pt x="742077" y="3313444"/>
                  <a:pt x="694958" y="3365759"/>
                  <a:pt x="640698" y="3406759"/>
                </a:cubicBezTo>
                <a:lnTo>
                  <a:pt x="638405" y="3408164"/>
                </a:lnTo>
                <a:lnTo>
                  <a:pt x="700654" y="3349275"/>
                </a:lnTo>
                <a:cubicBezTo>
                  <a:pt x="761746" y="3279262"/>
                  <a:pt x="803303" y="3190883"/>
                  <a:pt x="815591" y="3091728"/>
                </a:cubicBezTo>
                <a:cubicBezTo>
                  <a:pt x="848353" y="2827316"/>
                  <a:pt x="660566" y="2586407"/>
                  <a:pt x="396153" y="2553638"/>
                </a:cubicBezTo>
                <a:lnTo>
                  <a:pt x="0" y="2504547"/>
                </a:lnTo>
                <a:lnTo>
                  <a:pt x="1294741" y="261871"/>
                </a:lnTo>
                <a:cubicBezTo>
                  <a:pt x="1367028" y="136665"/>
                  <a:pt x="1483220" y="52611"/>
                  <a:pt x="1612641" y="17930"/>
                </a:cubicBezTo>
                <a:close/>
              </a:path>
            </a:pathLst>
          </a:custGeom>
          <a:solidFill>
            <a:schemeClr val="accent1"/>
          </a:solidFill>
          <a:ln w="9525" cap="flat">
            <a:noFill/>
            <a:prstDash val="solid"/>
            <a:miter/>
          </a:ln>
        </p:spPr>
        <p:txBody>
          <a:bodyPr rtlCol="0" anchor="ctr"/>
          <a:lstStyle/>
          <a:p>
            <a:endParaRPr lang="nl-NL" sz="1350"/>
          </a:p>
        </p:txBody>
      </p:sp>
      <p:sp>
        <p:nvSpPr>
          <p:cNvPr id="69" name="Vrije vorm: vorm 68">
            <a:extLst>
              <a:ext uri="{FF2B5EF4-FFF2-40B4-BE49-F238E27FC236}">
                <a16:creationId xmlns:a16="http://schemas.microsoft.com/office/drawing/2014/main" id="{0C33AEF2-185E-33E1-6F8F-0C470F05D794}"/>
              </a:ext>
            </a:extLst>
          </p:cNvPr>
          <p:cNvSpPr/>
          <p:nvPr/>
        </p:nvSpPr>
        <p:spPr>
          <a:xfrm rot="1105998">
            <a:off x="5268367" y="2384148"/>
            <a:ext cx="333187" cy="111708"/>
          </a:xfrm>
          <a:custGeom>
            <a:avLst/>
            <a:gdLst>
              <a:gd name="connsiteX0" fmla="*/ 176739 w 333187"/>
              <a:gd name="connsiteY0" fmla="*/ 16759 h 111708"/>
              <a:gd name="connsiteX1" fmla="*/ 270064 w 333187"/>
              <a:gd name="connsiteY1" fmla="*/ 0 h 111708"/>
              <a:gd name="connsiteX2" fmla="*/ 333187 w 333187"/>
              <a:gd name="connsiteY2" fmla="*/ 1441 h 111708"/>
              <a:gd name="connsiteX3" fmla="*/ 258970 w 333187"/>
              <a:gd name="connsiteY3" fmla="*/ 3239 h 111708"/>
              <a:gd name="connsiteX4" fmla="*/ 68656 w 333187"/>
              <a:gd name="connsiteY4" fmla="*/ 64692 h 111708"/>
              <a:gd name="connsiteX5" fmla="*/ 0 w 333187"/>
              <a:gd name="connsiteY5" fmla="*/ 111708 h 111708"/>
              <a:gd name="connsiteX6" fmla="*/ 11845 w 333187"/>
              <a:gd name="connsiteY6" fmla="*/ 100504 h 111708"/>
              <a:gd name="connsiteX7" fmla="*/ 176739 w 333187"/>
              <a:gd name="connsiteY7" fmla="*/ 16759 h 111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187" h="111708">
                <a:moveTo>
                  <a:pt x="176739" y="16759"/>
                </a:moveTo>
                <a:cubicBezTo>
                  <a:pt x="206879" y="8196"/>
                  <a:pt x="238108" y="2515"/>
                  <a:pt x="270064" y="0"/>
                </a:cubicBezTo>
                <a:lnTo>
                  <a:pt x="333187" y="1441"/>
                </a:lnTo>
                <a:lnTo>
                  <a:pt x="258970" y="3239"/>
                </a:lnTo>
                <a:cubicBezTo>
                  <a:pt x="192235" y="11360"/>
                  <a:pt x="127538" y="32251"/>
                  <a:pt x="68656" y="64692"/>
                </a:cubicBezTo>
                <a:lnTo>
                  <a:pt x="0" y="111708"/>
                </a:lnTo>
                <a:lnTo>
                  <a:pt x="11845" y="100504"/>
                </a:lnTo>
                <a:cubicBezTo>
                  <a:pt x="60532" y="62553"/>
                  <a:pt x="116458" y="33888"/>
                  <a:pt x="176739" y="16759"/>
                </a:cubicBezTo>
                <a:close/>
              </a:path>
            </a:pathLst>
          </a:custGeom>
          <a:solidFill>
            <a:schemeClr val="bg1">
              <a:alpha val="58000"/>
            </a:schemeClr>
          </a:solidFill>
          <a:ln w="9525" cap="flat">
            <a:noFill/>
            <a:prstDash val="solid"/>
            <a:miter/>
          </a:ln>
        </p:spPr>
        <p:txBody>
          <a:bodyPr rtlCol="0" anchor="ctr"/>
          <a:lstStyle/>
          <a:p>
            <a:endParaRPr lang="nl-NL" sz="1350"/>
          </a:p>
        </p:txBody>
      </p:sp>
      <p:sp>
        <p:nvSpPr>
          <p:cNvPr id="68" name="Vrije vorm: vorm 67">
            <a:extLst>
              <a:ext uri="{FF2B5EF4-FFF2-40B4-BE49-F238E27FC236}">
                <a16:creationId xmlns:a16="http://schemas.microsoft.com/office/drawing/2014/main" id="{3373628F-15F0-8E70-353F-E5474E3D7141}"/>
              </a:ext>
            </a:extLst>
          </p:cNvPr>
          <p:cNvSpPr/>
          <p:nvPr/>
        </p:nvSpPr>
        <p:spPr>
          <a:xfrm rot="1105998">
            <a:off x="3240967" y="2218726"/>
            <a:ext cx="2159243" cy="3469186"/>
          </a:xfrm>
          <a:custGeom>
            <a:avLst/>
            <a:gdLst>
              <a:gd name="connsiteX0" fmla="*/ 1498942 w 2159243"/>
              <a:gd name="connsiteY0" fmla="*/ 0 h 3469186"/>
              <a:gd name="connsiteX1" fmla="*/ 1443545 w 2159243"/>
              <a:gd name="connsiteY1" fmla="*/ 52407 h 3469186"/>
              <a:gd name="connsiteX2" fmla="*/ 1328609 w 2159243"/>
              <a:gd name="connsiteY2" fmla="*/ 309955 h 3469186"/>
              <a:gd name="connsiteX3" fmla="*/ 1748042 w 2159243"/>
              <a:gd name="connsiteY3" fmla="*/ 848044 h 3469186"/>
              <a:gd name="connsiteX4" fmla="*/ 2159243 w 2159243"/>
              <a:gd name="connsiteY4" fmla="*/ 899000 h 3469186"/>
              <a:gd name="connsiteX5" fmla="*/ 989710 w 2159243"/>
              <a:gd name="connsiteY5" fmla="*/ 3184059 h 3469186"/>
              <a:gd name="connsiteX6" fmla="*/ 285126 w 2159243"/>
              <a:gd name="connsiteY6" fmla="*/ 3411579 h 3469186"/>
              <a:gd name="connsiteX7" fmla="*/ 57607 w 2159243"/>
              <a:gd name="connsiteY7" fmla="*/ 2706990 h 3469186"/>
              <a:gd name="connsiteX8" fmla="*/ 1354637 w 2159243"/>
              <a:gd name="connsiteY8" fmla="*/ 172820 h 3469186"/>
              <a:gd name="connsiteX9" fmla="*/ 1484110 w 2159243"/>
              <a:gd name="connsiteY9" fmla="*/ 10158 h 3469186"/>
              <a:gd name="connsiteX10" fmla="*/ 1498942 w 2159243"/>
              <a:gd name="connsiteY10" fmla="*/ 0 h 3469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59243" h="3469186">
                <a:moveTo>
                  <a:pt x="1498942" y="0"/>
                </a:moveTo>
                <a:lnTo>
                  <a:pt x="1443545" y="52407"/>
                </a:lnTo>
                <a:cubicBezTo>
                  <a:pt x="1382454" y="122421"/>
                  <a:pt x="1340896" y="210800"/>
                  <a:pt x="1328609" y="309955"/>
                </a:cubicBezTo>
                <a:cubicBezTo>
                  <a:pt x="1295844" y="574368"/>
                  <a:pt x="1483629" y="815277"/>
                  <a:pt x="1748042" y="848044"/>
                </a:cubicBezTo>
                <a:lnTo>
                  <a:pt x="2159243" y="899000"/>
                </a:lnTo>
                <a:lnTo>
                  <a:pt x="989710" y="3184059"/>
                </a:lnTo>
                <a:cubicBezTo>
                  <a:pt x="857971" y="3441454"/>
                  <a:pt x="542521" y="3543318"/>
                  <a:pt x="285126" y="3411579"/>
                </a:cubicBezTo>
                <a:cubicBezTo>
                  <a:pt x="27731" y="3279840"/>
                  <a:pt x="-74132" y="2964387"/>
                  <a:pt x="57607" y="2706990"/>
                </a:cubicBezTo>
                <a:lnTo>
                  <a:pt x="1354637" y="172820"/>
                </a:lnTo>
                <a:cubicBezTo>
                  <a:pt x="1387571" y="108472"/>
                  <a:pt x="1431988" y="53844"/>
                  <a:pt x="1484110" y="10158"/>
                </a:cubicBezTo>
                <a:lnTo>
                  <a:pt x="1498942" y="0"/>
                </a:lnTo>
                <a:close/>
              </a:path>
            </a:pathLst>
          </a:custGeom>
          <a:solidFill>
            <a:schemeClr val="accent3"/>
          </a:solidFill>
          <a:ln w="9525" cap="flat">
            <a:noFill/>
            <a:prstDash val="solid"/>
            <a:miter/>
          </a:ln>
        </p:spPr>
        <p:txBody>
          <a:bodyPr rtlCol="0" anchor="ctr"/>
          <a:lstStyle/>
          <a:p>
            <a:endParaRPr lang="nl-NL" sz="1350"/>
          </a:p>
        </p:txBody>
      </p:sp>
      <p:sp>
        <p:nvSpPr>
          <p:cNvPr id="66" name="Vrije vorm: vorm 65">
            <a:extLst>
              <a:ext uri="{FF2B5EF4-FFF2-40B4-BE49-F238E27FC236}">
                <a16:creationId xmlns:a16="http://schemas.microsoft.com/office/drawing/2014/main" id="{D630B3F8-D0BB-89AF-6117-AEE06B6CEF42}"/>
              </a:ext>
            </a:extLst>
          </p:cNvPr>
          <p:cNvSpPr/>
          <p:nvPr/>
        </p:nvSpPr>
        <p:spPr>
          <a:xfrm rot="1105998">
            <a:off x="5609197" y="2446228"/>
            <a:ext cx="36899" cy="1730"/>
          </a:xfrm>
          <a:custGeom>
            <a:avLst/>
            <a:gdLst>
              <a:gd name="connsiteX0" fmla="*/ 0 w 36898"/>
              <a:gd name="connsiteY0" fmla="*/ 653 h 1730"/>
              <a:gd name="connsiteX1" fmla="*/ 26941 w 36898"/>
              <a:gd name="connsiteY1" fmla="*/ 0 h 1730"/>
              <a:gd name="connsiteX2" fmla="*/ 36898 w 36898"/>
              <a:gd name="connsiteY2" fmla="*/ 1730 h 1730"/>
              <a:gd name="connsiteX3" fmla="*/ 34569 w 36898"/>
              <a:gd name="connsiteY3" fmla="*/ 1442 h 1730"/>
              <a:gd name="connsiteX4" fmla="*/ 0 w 36898"/>
              <a:gd name="connsiteY4" fmla="*/ 653 h 1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98" h="1730">
                <a:moveTo>
                  <a:pt x="0" y="653"/>
                </a:moveTo>
                <a:lnTo>
                  <a:pt x="26941" y="0"/>
                </a:lnTo>
                <a:lnTo>
                  <a:pt x="36898" y="1730"/>
                </a:lnTo>
                <a:lnTo>
                  <a:pt x="34569" y="1442"/>
                </a:lnTo>
                <a:lnTo>
                  <a:pt x="0" y="653"/>
                </a:lnTo>
                <a:close/>
              </a:path>
            </a:pathLst>
          </a:custGeom>
          <a:solidFill>
            <a:schemeClr val="bg1">
              <a:alpha val="58000"/>
            </a:schemeClr>
          </a:solidFill>
          <a:ln w="9525" cap="flat">
            <a:noFill/>
            <a:prstDash val="solid"/>
            <a:miter/>
          </a:ln>
        </p:spPr>
        <p:txBody>
          <a:bodyPr rtlCol="0" anchor="ctr"/>
          <a:lstStyle/>
          <a:p>
            <a:endParaRPr lang="nl-NL" sz="1350"/>
          </a:p>
        </p:txBody>
      </p:sp>
      <p:sp>
        <p:nvSpPr>
          <p:cNvPr id="65" name="Vrije vorm: vorm 64">
            <a:extLst>
              <a:ext uri="{FF2B5EF4-FFF2-40B4-BE49-F238E27FC236}">
                <a16:creationId xmlns:a16="http://schemas.microsoft.com/office/drawing/2014/main" id="{949A8AC1-E95B-E1EA-7F41-E11FC4D52655}"/>
              </a:ext>
            </a:extLst>
          </p:cNvPr>
          <p:cNvSpPr/>
          <p:nvPr/>
        </p:nvSpPr>
        <p:spPr>
          <a:xfrm rot="1105998">
            <a:off x="5369013" y="2870311"/>
            <a:ext cx="2843064" cy="1283527"/>
          </a:xfrm>
          <a:custGeom>
            <a:avLst/>
            <a:gdLst>
              <a:gd name="connsiteX0" fmla="*/ 0 w 2843064"/>
              <a:gd name="connsiteY0" fmla="*/ 0 h 1283527"/>
              <a:gd name="connsiteX1" fmla="*/ 2204659 w 2843064"/>
              <a:gd name="connsiteY1" fmla="*/ 273201 h 1283527"/>
              <a:gd name="connsiteX2" fmla="*/ 2076052 w 2843064"/>
              <a:gd name="connsiteY2" fmla="*/ 495967 h 1283527"/>
              <a:gd name="connsiteX3" fmla="*/ 2267700 w 2843064"/>
              <a:gd name="connsiteY3" fmla="*/ 1211143 h 1283527"/>
              <a:gd name="connsiteX4" fmla="*/ 2759087 w 2843064"/>
              <a:gd name="connsiteY4" fmla="*/ 1228297 h 1283527"/>
              <a:gd name="connsiteX5" fmla="*/ 2843064 w 2843064"/>
              <a:gd name="connsiteY5" fmla="*/ 1176818 h 1283527"/>
              <a:gd name="connsiteX6" fmla="*/ 2838072 w 2843064"/>
              <a:gd name="connsiteY6" fmla="*/ 1181541 h 1283527"/>
              <a:gd name="connsiteX7" fmla="*/ 2482157 w 2843064"/>
              <a:gd name="connsiteY7" fmla="*/ 1279816 h 1283527"/>
              <a:gd name="connsiteX8" fmla="*/ 290216 w 2843064"/>
              <a:gd name="connsiteY8" fmla="*/ 1008190 h 1283527"/>
              <a:gd name="connsiteX9" fmla="*/ 417714 w 2843064"/>
              <a:gd name="connsiteY9" fmla="*/ 759080 h 1283527"/>
              <a:gd name="connsiteX10" fmla="*/ 190198 w 2843064"/>
              <a:gd name="connsiteY10" fmla="*/ 54494 h 1283527"/>
              <a:gd name="connsiteX11" fmla="*/ 91425 w 2843064"/>
              <a:gd name="connsiteY11" fmla="*/ 15890 h 1283527"/>
              <a:gd name="connsiteX12" fmla="*/ 0 w 2843064"/>
              <a:gd name="connsiteY12" fmla="*/ 0 h 1283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064" h="1283527">
                <a:moveTo>
                  <a:pt x="0" y="0"/>
                </a:moveTo>
                <a:lnTo>
                  <a:pt x="2204659" y="273201"/>
                </a:lnTo>
                <a:lnTo>
                  <a:pt x="2076052" y="495967"/>
                </a:lnTo>
                <a:cubicBezTo>
                  <a:pt x="1931484" y="746380"/>
                  <a:pt x="2017287" y="1066570"/>
                  <a:pt x="2267700" y="1211143"/>
                </a:cubicBezTo>
                <a:cubicBezTo>
                  <a:pt x="2424208" y="1301497"/>
                  <a:pt x="2607976" y="1301864"/>
                  <a:pt x="2759087" y="1228297"/>
                </a:cubicBezTo>
                <a:lnTo>
                  <a:pt x="2843064" y="1176818"/>
                </a:lnTo>
                <a:lnTo>
                  <a:pt x="2838072" y="1181541"/>
                </a:lnTo>
                <a:cubicBezTo>
                  <a:pt x="2740697" y="1257443"/>
                  <a:pt x="2614365" y="1296198"/>
                  <a:pt x="2482157" y="1279816"/>
                </a:cubicBezTo>
                <a:lnTo>
                  <a:pt x="290216" y="1008190"/>
                </a:lnTo>
                <a:lnTo>
                  <a:pt x="417714" y="759080"/>
                </a:lnTo>
                <a:cubicBezTo>
                  <a:pt x="549452" y="501687"/>
                  <a:pt x="447591" y="186231"/>
                  <a:pt x="190198" y="54494"/>
                </a:cubicBezTo>
                <a:cubicBezTo>
                  <a:pt x="158023" y="38026"/>
                  <a:pt x="124942" y="25209"/>
                  <a:pt x="91425" y="15890"/>
                </a:cubicBezTo>
                <a:lnTo>
                  <a:pt x="0" y="0"/>
                </a:lnTo>
                <a:close/>
              </a:path>
            </a:pathLst>
          </a:custGeom>
          <a:solidFill>
            <a:schemeClr val="accent2"/>
          </a:solidFill>
          <a:ln w="9525" cap="flat">
            <a:noFill/>
            <a:prstDash val="solid"/>
            <a:miter/>
          </a:ln>
        </p:spPr>
        <p:txBody>
          <a:bodyPr rtlCol="0" anchor="ctr"/>
          <a:lstStyle/>
          <a:p>
            <a:endParaRPr lang="nl-NL" sz="1350"/>
          </a:p>
        </p:txBody>
      </p:sp>
      <p:sp>
        <p:nvSpPr>
          <p:cNvPr id="71" name="Vrije vorm: vorm 70">
            <a:extLst>
              <a:ext uri="{FF2B5EF4-FFF2-40B4-BE49-F238E27FC236}">
                <a16:creationId xmlns:a16="http://schemas.microsoft.com/office/drawing/2014/main" id="{E8773528-CFAE-993D-B600-B4D4BBF8CF62}"/>
              </a:ext>
            </a:extLst>
          </p:cNvPr>
          <p:cNvSpPr/>
          <p:nvPr/>
        </p:nvSpPr>
        <p:spPr>
          <a:xfrm rot="1105998">
            <a:off x="7275892" y="3489900"/>
            <a:ext cx="1018133" cy="1008165"/>
          </a:xfrm>
          <a:custGeom>
            <a:avLst/>
            <a:gdLst>
              <a:gd name="connsiteX0" fmla="*/ 198831 w 1018133"/>
              <a:gd name="connsiteY0" fmla="*/ 0 h 1008165"/>
              <a:gd name="connsiteX1" fmla="*/ 594984 w 1018133"/>
              <a:gd name="connsiteY1" fmla="*/ 49091 h 1008165"/>
              <a:gd name="connsiteX2" fmla="*/ 1014422 w 1018133"/>
              <a:gd name="connsiteY2" fmla="*/ 587181 h 1008165"/>
              <a:gd name="connsiteX3" fmla="*/ 899485 w 1018133"/>
              <a:gd name="connsiteY3" fmla="*/ 844728 h 1008165"/>
              <a:gd name="connsiteX4" fmla="*/ 837236 w 1018133"/>
              <a:gd name="connsiteY4" fmla="*/ 903617 h 1008165"/>
              <a:gd name="connsiteX5" fmla="*/ 753259 w 1018133"/>
              <a:gd name="connsiteY5" fmla="*/ 955096 h 1008165"/>
              <a:gd name="connsiteX6" fmla="*/ 261872 w 1018133"/>
              <a:gd name="connsiteY6" fmla="*/ 937942 h 1008165"/>
              <a:gd name="connsiteX7" fmla="*/ 70224 w 1018133"/>
              <a:gd name="connsiteY7" fmla="*/ 222766 h 1008165"/>
              <a:gd name="connsiteX8" fmla="*/ 198831 w 1018133"/>
              <a:gd name="connsiteY8" fmla="*/ 0 h 1008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8133" h="1008165">
                <a:moveTo>
                  <a:pt x="198831" y="0"/>
                </a:moveTo>
                <a:lnTo>
                  <a:pt x="594984" y="49091"/>
                </a:lnTo>
                <a:cubicBezTo>
                  <a:pt x="859397" y="81860"/>
                  <a:pt x="1047184" y="322769"/>
                  <a:pt x="1014422" y="587181"/>
                </a:cubicBezTo>
                <a:cubicBezTo>
                  <a:pt x="1002134" y="686336"/>
                  <a:pt x="960577" y="774715"/>
                  <a:pt x="899485" y="844728"/>
                </a:cubicBezTo>
                <a:lnTo>
                  <a:pt x="837236" y="903617"/>
                </a:lnTo>
                <a:lnTo>
                  <a:pt x="753259" y="955096"/>
                </a:lnTo>
                <a:cubicBezTo>
                  <a:pt x="602148" y="1028663"/>
                  <a:pt x="418380" y="1028296"/>
                  <a:pt x="261872" y="937942"/>
                </a:cubicBezTo>
                <a:cubicBezTo>
                  <a:pt x="11459" y="793369"/>
                  <a:pt x="-74344" y="473179"/>
                  <a:pt x="70224" y="222766"/>
                </a:cubicBezTo>
                <a:lnTo>
                  <a:pt x="198831" y="0"/>
                </a:lnTo>
                <a:close/>
              </a:path>
            </a:pathLst>
          </a:custGeom>
          <a:solidFill>
            <a:srgbClr val="211F26"/>
          </a:solidFill>
          <a:ln w="9525" cap="flat">
            <a:noFill/>
            <a:prstDash val="solid"/>
            <a:miter/>
          </a:ln>
        </p:spPr>
        <p:txBody>
          <a:bodyPr rtlCol="0" anchor="ctr"/>
          <a:lstStyle/>
          <a:p>
            <a:endParaRPr lang="nl-NL" sz="1350"/>
          </a:p>
        </p:txBody>
      </p:sp>
      <p:sp>
        <p:nvSpPr>
          <p:cNvPr id="72" name="Vrije vorm: vorm 71">
            <a:extLst>
              <a:ext uri="{FF2B5EF4-FFF2-40B4-BE49-F238E27FC236}">
                <a16:creationId xmlns:a16="http://schemas.microsoft.com/office/drawing/2014/main" id="{81ECC584-7B9C-3463-20FF-07990B6A9057}"/>
              </a:ext>
            </a:extLst>
          </p:cNvPr>
          <p:cNvSpPr/>
          <p:nvPr/>
        </p:nvSpPr>
        <p:spPr>
          <a:xfrm rot="1105998">
            <a:off x="4947096" y="2415958"/>
            <a:ext cx="1019451" cy="1009267"/>
          </a:xfrm>
          <a:custGeom>
            <a:avLst/>
            <a:gdLst>
              <a:gd name="connsiteX0" fmla="*/ 334912 w 1019451"/>
              <a:gd name="connsiteY0" fmla="*/ 23405 h 1009267"/>
              <a:gd name="connsiteX1" fmla="*/ 433014 w 1019451"/>
              <a:gd name="connsiteY1" fmla="*/ 1798 h 1009267"/>
              <a:gd name="connsiteX2" fmla="*/ 507231 w 1019451"/>
              <a:gd name="connsiteY2" fmla="*/ 0 h 1009267"/>
              <a:gd name="connsiteX3" fmla="*/ 541800 w 1019451"/>
              <a:gd name="connsiteY3" fmla="*/ 789 h 1009267"/>
              <a:gd name="connsiteX4" fmla="*/ 544129 w 1019451"/>
              <a:gd name="connsiteY4" fmla="*/ 1077 h 1009267"/>
              <a:gd name="connsiteX5" fmla="*/ 635554 w 1019451"/>
              <a:gd name="connsiteY5" fmla="*/ 16967 h 1009267"/>
              <a:gd name="connsiteX6" fmla="*/ 734327 w 1019451"/>
              <a:gd name="connsiteY6" fmla="*/ 55571 h 1009267"/>
              <a:gd name="connsiteX7" fmla="*/ 961843 w 1019451"/>
              <a:gd name="connsiteY7" fmla="*/ 760157 h 1009267"/>
              <a:gd name="connsiteX8" fmla="*/ 834345 w 1019451"/>
              <a:gd name="connsiteY8" fmla="*/ 1009267 h 1009267"/>
              <a:gd name="connsiteX9" fmla="*/ 423144 w 1019451"/>
              <a:gd name="connsiteY9" fmla="*/ 958311 h 1009267"/>
              <a:gd name="connsiteX10" fmla="*/ 3711 w 1019451"/>
              <a:gd name="connsiteY10" fmla="*/ 420222 h 1009267"/>
              <a:gd name="connsiteX11" fmla="*/ 118647 w 1019451"/>
              <a:gd name="connsiteY11" fmla="*/ 162674 h 1009267"/>
              <a:gd name="connsiteX12" fmla="*/ 174044 w 1019451"/>
              <a:gd name="connsiteY12" fmla="*/ 110267 h 1009267"/>
              <a:gd name="connsiteX13" fmla="*/ 242700 w 1019451"/>
              <a:gd name="connsiteY13" fmla="*/ 63251 h 1009267"/>
              <a:gd name="connsiteX14" fmla="*/ 334912 w 1019451"/>
              <a:gd name="connsiteY14" fmla="*/ 23405 h 100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9451" h="1009267">
                <a:moveTo>
                  <a:pt x="334912" y="23405"/>
                </a:moveTo>
                <a:cubicBezTo>
                  <a:pt x="366788" y="13112"/>
                  <a:pt x="399646" y="5859"/>
                  <a:pt x="433014" y="1798"/>
                </a:cubicBezTo>
                <a:lnTo>
                  <a:pt x="507231" y="0"/>
                </a:lnTo>
                <a:lnTo>
                  <a:pt x="541800" y="789"/>
                </a:lnTo>
                <a:lnTo>
                  <a:pt x="544129" y="1077"/>
                </a:lnTo>
                <a:lnTo>
                  <a:pt x="635554" y="16967"/>
                </a:lnTo>
                <a:cubicBezTo>
                  <a:pt x="669071" y="26286"/>
                  <a:pt x="702152" y="39103"/>
                  <a:pt x="734327" y="55571"/>
                </a:cubicBezTo>
                <a:cubicBezTo>
                  <a:pt x="991720" y="187308"/>
                  <a:pt x="1093581" y="502764"/>
                  <a:pt x="961843" y="760157"/>
                </a:cubicBezTo>
                <a:lnTo>
                  <a:pt x="834345" y="1009267"/>
                </a:lnTo>
                <a:lnTo>
                  <a:pt x="423144" y="958311"/>
                </a:lnTo>
                <a:cubicBezTo>
                  <a:pt x="158731" y="925544"/>
                  <a:pt x="-29054" y="684635"/>
                  <a:pt x="3711" y="420222"/>
                </a:cubicBezTo>
                <a:cubicBezTo>
                  <a:pt x="15998" y="321067"/>
                  <a:pt x="57556" y="232688"/>
                  <a:pt x="118647" y="162674"/>
                </a:cubicBezTo>
                <a:lnTo>
                  <a:pt x="174044" y="110267"/>
                </a:lnTo>
                <a:lnTo>
                  <a:pt x="242700" y="63251"/>
                </a:lnTo>
                <a:cubicBezTo>
                  <a:pt x="272141" y="47031"/>
                  <a:pt x="303035" y="33698"/>
                  <a:pt x="334912" y="23405"/>
                </a:cubicBezTo>
                <a:close/>
              </a:path>
            </a:pathLst>
          </a:custGeom>
          <a:solidFill>
            <a:schemeClr val="accent6"/>
          </a:solidFill>
          <a:ln w="9525" cap="flat">
            <a:noFill/>
            <a:prstDash val="solid"/>
            <a:miter/>
          </a:ln>
        </p:spPr>
        <p:txBody>
          <a:bodyPr rtlCol="0" anchor="ctr"/>
          <a:lstStyle/>
          <a:p>
            <a:endParaRPr lang="nl-NL" sz="1350"/>
          </a:p>
        </p:txBody>
      </p:sp>
      <p:pic>
        <p:nvPicPr>
          <p:cNvPr id="73" name="Afbeelding 72" descr="Afbeelding met Lettertype, tekst, Graphics, wit&#10;&#10;Automatisch gegenereerde beschrijving">
            <a:extLst>
              <a:ext uri="{FF2B5EF4-FFF2-40B4-BE49-F238E27FC236}">
                <a16:creationId xmlns:a16="http://schemas.microsoft.com/office/drawing/2014/main" id="{A4453AD3-7414-30BF-658D-A92FD25605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7179" y="5787378"/>
            <a:ext cx="3937645" cy="864557"/>
          </a:xfrm>
          <a:prstGeom prst="rect">
            <a:avLst/>
          </a:prstGeom>
        </p:spPr>
      </p:pic>
    </p:spTree>
    <p:extLst>
      <p:ext uri="{BB962C8B-B14F-4D97-AF65-F5344CB8AC3E}">
        <p14:creationId xmlns:p14="http://schemas.microsoft.com/office/powerpoint/2010/main" val="3277848927"/>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1" y="-395164"/>
            <a:ext cx="997068"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nl-NL" sz="1200" b="0" cap="none" baseline="0" noProof="0">
                <a:solidFill>
                  <a:schemeClr val="accent1"/>
                </a:solidFill>
                <a:latin typeface="+mj-lt"/>
              </a:rPr>
              <a:t>Alleen titel</a:t>
            </a:r>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p:txBody>
          <a:bodyPr/>
          <a:lstStyle/>
          <a:p>
            <a:r>
              <a:rPr lang="nl-NL" noProof="0"/>
              <a:t>Plaats hier je titel</a:t>
            </a:r>
            <a:endParaRPr lang="nl-NL"/>
          </a:p>
        </p:txBody>
      </p:sp>
      <p:sp>
        <p:nvSpPr>
          <p:cNvPr id="6" name="Tijdelijke aanduiding voor dianummer 5">
            <a:extLst>
              <a:ext uri="{FF2B5EF4-FFF2-40B4-BE49-F238E27FC236}">
                <a16:creationId xmlns:a16="http://schemas.microsoft.com/office/drawing/2014/main" id="{01DF2148-C01F-D5FB-5C5F-9D65E1ABBF73}"/>
              </a:ext>
            </a:extLst>
          </p:cNvPr>
          <p:cNvSpPr>
            <a:spLocks noGrp="1"/>
          </p:cNvSpPr>
          <p:nvPr>
            <p:ph type="sldNum" sz="quarter" idx="22"/>
          </p:nvPr>
        </p:nvSpPr>
        <p:spPr/>
        <p:txBody>
          <a:bodyPr/>
          <a:lstStyle/>
          <a:p>
            <a:fld id="{9E843DB9-9987-4157-AB9C-CEA8D7D910BB}" type="slidenum">
              <a:rPr lang="nl-NL" smtClean="0"/>
              <a:pPr/>
              <a:t>‹nr.›</a:t>
            </a:fld>
            <a:endParaRPr lang="nl-NL"/>
          </a:p>
        </p:txBody>
      </p:sp>
      <p:sp>
        <p:nvSpPr>
          <p:cNvPr id="4" name="Tijdelijke aanduiding voor tekst 3">
            <a:extLst>
              <a:ext uri="{FF2B5EF4-FFF2-40B4-BE49-F238E27FC236}">
                <a16:creationId xmlns:a16="http://schemas.microsoft.com/office/drawing/2014/main" id="{291324B8-8484-80F3-94BF-EADCB6FE8C13}"/>
              </a:ext>
            </a:extLst>
          </p:cNvPr>
          <p:cNvSpPr>
            <a:spLocks noGrp="1"/>
          </p:cNvSpPr>
          <p:nvPr>
            <p:ph type="body" sz="quarter" idx="23" hasCustomPrompt="1"/>
          </p:nvPr>
        </p:nvSpPr>
        <p:spPr>
          <a:xfrm>
            <a:off x="254231" y="2397294"/>
            <a:ext cx="1972800" cy="3524081"/>
          </a:xfrm>
        </p:spPr>
        <p:txBody>
          <a:bodyPr/>
          <a:lstStyle>
            <a:lvl1pPr marL="0" indent="0">
              <a:lnSpc>
                <a:spcPct val="100000"/>
              </a:lnSpc>
              <a:spcBef>
                <a:spcPts val="300"/>
              </a:spcBef>
              <a:spcAft>
                <a:spcPts val="300"/>
              </a:spcAft>
              <a:buNone/>
              <a:defRPr sz="675" b="1" i="0" kern="1200" cap="all" baseline="0">
                <a:solidFill>
                  <a:schemeClr val="bg1"/>
                </a:solidFill>
                <a:latin typeface="+mj-lt"/>
              </a:defRPr>
            </a:lvl1pPr>
            <a:lvl2pPr marL="133350" indent="0">
              <a:lnSpc>
                <a:spcPct val="100000"/>
              </a:lnSpc>
              <a:spcBef>
                <a:spcPts val="300"/>
              </a:spcBef>
              <a:spcAft>
                <a:spcPts val="300"/>
              </a:spcAft>
              <a:buNone/>
              <a:defRPr sz="675" b="0" i="0" cap="all" baseline="0">
                <a:solidFill>
                  <a:schemeClr val="bg1"/>
                </a:solidFill>
                <a:latin typeface="+mj-lt"/>
              </a:defRPr>
            </a:lvl2pPr>
            <a:lvl3pPr marL="0" indent="0">
              <a:lnSpc>
                <a:spcPts val="1200"/>
              </a:lnSpc>
              <a:buFont typeface="IBM Plex Sans" panose="020B0503050203000203" pitchFamily="34" charset="0"/>
              <a:buNone/>
              <a:defRPr sz="675" b="0" i="0" cap="all" baseline="0">
                <a:solidFill>
                  <a:schemeClr val="bg1"/>
                </a:solidFill>
                <a:latin typeface="+mj-lt"/>
              </a:defRPr>
            </a:lvl3pPr>
            <a:lvl4pPr marL="0" indent="0">
              <a:lnSpc>
                <a:spcPts val="1200"/>
              </a:lnSpc>
              <a:buFont typeface="IBM Plex Sans" panose="020B0503050203000203" pitchFamily="34" charset="0"/>
              <a:buNone/>
              <a:defRPr sz="675" b="0" i="0" cap="all" baseline="0">
                <a:solidFill>
                  <a:schemeClr val="bg1"/>
                </a:solidFill>
                <a:latin typeface="+mj-lt"/>
              </a:defRPr>
            </a:lvl4pPr>
            <a:lvl5pPr marL="0" indent="0">
              <a:lnSpc>
                <a:spcPts val="1200"/>
              </a:lnSpc>
              <a:buFont typeface="IBM Plex Sans" panose="020B0503050203000203" pitchFamily="34" charset="0"/>
              <a:buNone/>
              <a:defRPr sz="675" b="0" i="0" cap="all" baseline="0">
                <a:solidFill>
                  <a:schemeClr val="bg1"/>
                </a:solidFill>
                <a:latin typeface="+mj-lt"/>
              </a:defRPr>
            </a:lvl5pPr>
            <a:lvl6pPr marL="0" indent="0">
              <a:lnSpc>
                <a:spcPts val="1200"/>
              </a:lnSpc>
              <a:buFont typeface="IBM Plex Sans" panose="020B0503050203000203" pitchFamily="34" charset="0"/>
              <a:buNone/>
              <a:defRPr sz="675" b="0" i="0" cap="all" baseline="0">
                <a:solidFill>
                  <a:schemeClr val="bg1"/>
                </a:solidFill>
                <a:latin typeface="+mj-lt"/>
              </a:defRPr>
            </a:lvl6pPr>
            <a:lvl7pPr marL="0" indent="0">
              <a:lnSpc>
                <a:spcPts val="1200"/>
              </a:lnSpc>
              <a:buFont typeface="IBM Plex Sans" panose="020B0503050203000203" pitchFamily="34" charset="0"/>
              <a:buNone/>
              <a:defRPr sz="675" b="0" i="0" cap="all" baseline="0">
                <a:solidFill>
                  <a:schemeClr val="bg1"/>
                </a:solidFill>
                <a:latin typeface="+mj-lt"/>
              </a:defRPr>
            </a:lvl7pPr>
            <a:lvl8pPr marL="0" indent="0">
              <a:lnSpc>
                <a:spcPts val="1200"/>
              </a:lnSpc>
              <a:buFont typeface="IBM Plex Sans" panose="020B0503050203000203" pitchFamily="34" charset="0"/>
              <a:buNone/>
              <a:defRPr sz="675" b="0" i="0" cap="all" baseline="0">
                <a:solidFill>
                  <a:schemeClr val="bg1"/>
                </a:solidFill>
                <a:latin typeface="+mj-lt"/>
              </a:defRPr>
            </a:lvl8pPr>
            <a:lvl9pPr marL="0" indent="0">
              <a:lnSpc>
                <a:spcPts val="975"/>
              </a:lnSpc>
              <a:buFont typeface="IBM Plex Sans" panose="020B0503050203000203" pitchFamily="34" charset="0"/>
              <a:buNone/>
              <a:defRPr sz="675" b="0" i="0" cap="all" baseline="0">
                <a:solidFill>
                  <a:schemeClr val="bg1"/>
                </a:solidFill>
                <a:latin typeface="+mj-lt"/>
              </a:defRPr>
            </a:lvl9pPr>
          </a:lstStyle>
          <a:p>
            <a:pPr lvl="0"/>
            <a:r>
              <a:rPr lang="nl-NL"/>
              <a:t>hoofdstuk</a:t>
            </a:r>
          </a:p>
          <a:p>
            <a:pPr lvl="1"/>
            <a:r>
              <a:rPr lang="nl-NL"/>
              <a:t>PARAGRAAF</a:t>
            </a:r>
          </a:p>
          <a:p>
            <a:pPr lvl="0"/>
            <a:r>
              <a:rPr lang="nl-NL"/>
              <a:t>hoofdstuk</a:t>
            </a:r>
          </a:p>
          <a:p>
            <a:pPr lvl="1"/>
            <a:r>
              <a:rPr lang="nl-NL"/>
              <a:t>PARAGRAAF</a:t>
            </a:r>
          </a:p>
          <a:p>
            <a:pPr lvl="0"/>
            <a:r>
              <a:rPr lang="nl-NL"/>
              <a:t>hoofdstuk</a:t>
            </a:r>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p:txBody>
      </p:sp>
    </p:spTree>
    <p:extLst>
      <p:ext uri="{BB962C8B-B14F-4D97-AF65-F5344CB8AC3E}">
        <p14:creationId xmlns:p14="http://schemas.microsoft.com/office/powerpoint/2010/main" val="1898412427"/>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74C98A5-1E43-2149-E70B-BF17AFBCE05D}"/>
              </a:ext>
            </a:extLst>
          </p:cNvPr>
          <p:cNvSpPr>
            <a:spLocks noGrp="1"/>
          </p:cNvSpPr>
          <p:nvPr>
            <p:ph type="title" hasCustomPrompt="1"/>
          </p:nvPr>
        </p:nvSpPr>
        <p:spPr/>
        <p:txBody>
          <a:bodyPr/>
          <a:lstStyle/>
          <a:p>
            <a:r>
              <a:rPr lang="nl-NL" noProof="0" dirty="0"/>
              <a:t>Plaats hier je titel</a:t>
            </a:r>
            <a:endParaRPr lang="nl-NL" dirty="0"/>
          </a:p>
        </p:txBody>
      </p:sp>
      <p:sp>
        <p:nvSpPr>
          <p:cNvPr id="3" name="Tijdelijke aanduiding voor dianummer 2">
            <a:extLst>
              <a:ext uri="{FF2B5EF4-FFF2-40B4-BE49-F238E27FC236}">
                <a16:creationId xmlns:a16="http://schemas.microsoft.com/office/drawing/2014/main" id="{E4378E8A-AF1A-1ACD-A270-E2B64B3C6A8D}"/>
              </a:ext>
            </a:extLst>
          </p:cNvPr>
          <p:cNvSpPr>
            <a:spLocks noGrp="1"/>
          </p:cNvSpPr>
          <p:nvPr>
            <p:ph type="sldNum" sz="quarter" idx="10"/>
          </p:nvPr>
        </p:nvSpPr>
        <p:spPr/>
        <p:txBody>
          <a:bodyPr/>
          <a:lstStyle/>
          <a:p>
            <a:fld id="{9E843DB9-9987-4157-AB9C-CEA8D7D910BB}" type="slidenum">
              <a:rPr lang="nl-NL" smtClean="0"/>
              <a:pPr/>
              <a:t>‹nr.›</a:t>
            </a:fld>
            <a:endParaRPr lang="nl-NL" dirty="0"/>
          </a:p>
        </p:txBody>
      </p:sp>
      <p:sp>
        <p:nvSpPr>
          <p:cNvPr id="4" name="Tijdelijke aanduiding voor tekst 6">
            <a:extLst>
              <a:ext uri="{FF2B5EF4-FFF2-40B4-BE49-F238E27FC236}">
                <a16:creationId xmlns:a16="http://schemas.microsoft.com/office/drawing/2014/main" id="{E1961725-353F-FAA2-3875-8D488F14CD50}"/>
              </a:ext>
            </a:extLst>
          </p:cNvPr>
          <p:cNvSpPr>
            <a:spLocks noGrp="1"/>
          </p:cNvSpPr>
          <p:nvPr>
            <p:ph type="body" sz="quarter" idx="21" hasCustomPrompt="1"/>
          </p:nvPr>
        </p:nvSpPr>
        <p:spPr>
          <a:xfrm>
            <a:off x="3196631" y="1131341"/>
            <a:ext cx="8280000" cy="4791600"/>
          </a:xfrm>
        </p:spPr>
        <p:txBody>
          <a:bodyPr/>
          <a:lstStyle>
            <a:lvl4pPr>
              <a:defRPr/>
            </a:lvl4pPr>
            <a:lvl5pPr>
              <a:defRPr/>
            </a:lvl5pPr>
            <a:lvl6pPr>
              <a:defRPr/>
            </a:lvl6pPr>
          </a:lstStyle>
          <a:p>
            <a:pPr lvl="0"/>
            <a:r>
              <a:rPr lang="nl-NL" noProof="0" dirty="0"/>
              <a:t>Bullet</a:t>
            </a:r>
          </a:p>
          <a:p>
            <a:pPr lvl="1"/>
            <a:r>
              <a:rPr lang="nl-NL" noProof="0" dirty="0"/>
              <a:t>Sub-bullet </a:t>
            </a:r>
          </a:p>
          <a:p>
            <a:pPr lvl="2"/>
            <a:r>
              <a:rPr lang="nl-NL" noProof="0" dirty="0"/>
              <a:t>Platte tekst</a:t>
            </a:r>
            <a:br>
              <a:rPr lang="nl-NL" noProof="0" dirty="0"/>
            </a:br>
            <a:endParaRPr lang="nl-NL" noProof="0" dirty="0"/>
          </a:p>
          <a:p>
            <a:pPr lvl="3"/>
            <a:r>
              <a:rPr lang="nl-NL" noProof="0" dirty="0"/>
              <a:t>Titel / quote</a:t>
            </a:r>
          </a:p>
          <a:p>
            <a:pPr lvl="4"/>
            <a:r>
              <a:rPr lang="nl-NL" noProof="0" dirty="0"/>
              <a:t>Subtitel groen</a:t>
            </a:r>
          </a:p>
          <a:p>
            <a:pPr lvl="5"/>
            <a:r>
              <a:rPr lang="nl-NL" noProof="0" dirty="0"/>
              <a:t>Subtitel blauw</a:t>
            </a:r>
          </a:p>
          <a:p>
            <a:pPr lvl="5"/>
            <a:endParaRPr lang="nl-NL" noProof="0" dirty="0"/>
          </a:p>
          <a:p>
            <a:pPr lvl="6"/>
            <a:r>
              <a:rPr lang="nl-NL" noProof="0" dirty="0"/>
              <a:t>Numerieke bullet</a:t>
            </a:r>
          </a:p>
          <a:p>
            <a:pPr lvl="7"/>
            <a:r>
              <a:rPr lang="nl-NL" noProof="0" dirty="0"/>
              <a:t>Alfabetische bullet </a:t>
            </a:r>
          </a:p>
          <a:p>
            <a:pPr lvl="8"/>
            <a:br>
              <a:rPr lang="nl-NL" noProof="0" dirty="0"/>
            </a:br>
            <a:r>
              <a:rPr lang="nl-NL" noProof="0" dirty="0"/>
              <a:t>Bronvermelding</a:t>
            </a:r>
          </a:p>
          <a:p>
            <a:pPr lvl="8"/>
            <a:endParaRPr lang="nl-NL" noProof="0" dirty="0"/>
          </a:p>
        </p:txBody>
      </p:sp>
      <p:sp>
        <p:nvSpPr>
          <p:cNvPr id="5" name="Tijdelijke aanduiding voor tekst 3">
            <a:extLst>
              <a:ext uri="{FF2B5EF4-FFF2-40B4-BE49-F238E27FC236}">
                <a16:creationId xmlns:a16="http://schemas.microsoft.com/office/drawing/2014/main" id="{088D043A-C591-835B-193F-9705972A385C}"/>
              </a:ext>
            </a:extLst>
          </p:cNvPr>
          <p:cNvSpPr>
            <a:spLocks noGrp="1"/>
          </p:cNvSpPr>
          <p:nvPr>
            <p:ph type="body" sz="quarter" idx="23" hasCustomPrompt="1"/>
          </p:nvPr>
        </p:nvSpPr>
        <p:spPr>
          <a:xfrm>
            <a:off x="254231" y="2397294"/>
            <a:ext cx="1972800" cy="3524081"/>
          </a:xfrm>
        </p:spPr>
        <p:txBody>
          <a:bodyPr/>
          <a:lstStyle>
            <a:lvl1pPr marL="0" indent="0">
              <a:lnSpc>
                <a:spcPct val="100000"/>
              </a:lnSpc>
              <a:spcBef>
                <a:spcPts val="300"/>
              </a:spcBef>
              <a:spcAft>
                <a:spcPts val="300"/>
              </a:spcAft>
              <a:buNone/>
              <a:defRPr sz="675" b="1" i="0" kern="1200" cap="all" baseline="0">
                <a:solidFill>
                  <a:schemeClr val="bg1"/>
                </a:solidFill>
                <a:latin typeface="+mj-lt"/>
              </a:defRPr>
            </a:lvl1pPr>
            <a:lvl2pPr marL="133350" indent="0">
              <a:lnSpc>
                <a:spcPct val="100000"/>
              </a:lnSpc>
              <a:spcBef>
                <a:spcPts val="300"/>
              </a:spcBef>
              <a:spcAft>
                <a:spcPts val="300"/>
              </a:spcAft>
              <a:buNone/>
              <a:defRPr sz="675" b="0" i="0" cap="all" baseline="0">
                <a:solidFill>
                  <a:schemeClr val="bg1"/>
                </a:solidFill>
                <a:latin typeface="+mj-lt"/>
              </a:defRPr>
            </a:lvl2pPr>
            <a:lvl3pPr marL="0" indent="0">
              <a:lnSpc>
                <a:spcPts val="1200"/>
              </a:lnSpc>
              <a:buFont typeface="IBM Plex Sans" panose="020B0503050203000203" pitchFamily="34" charset="0"/>
              <a:buNone/>
              <a:defRPr sz="675" b="0" i="0" cap="all" baseline="0">
                <a:solidFill>
                  <a:schemeClr val="bg1"/>
                </a:solidFill>
                <a:latin typeface="+mj-lt"/>
              </a:defRPr>
            </a:lvl3pPr>
            <a:lvl4pPr marL="0" indent="0">
              <a:lnSpc>
                <a:spcPts val="1200"/>
              </a:lnSpc>
              <a:buFont typeface="IBM Plex Sans" panose="020B0503050203000203" pitchFamily="34" charset="0"/>
              <a:buNone/>
              <a:defRPr sz="675" b="0" i="0" cap="all" baseline="0">
                <a:solidFill>
                  <a:schemeClr val="bg1"/>
                </a:solidFill>
                <a:latin typeface="+mj-lt"/>
              </a:defRPr>
            </a:lvl4pPr>
            <a:lvl5pPr marL="0" indent="0">
              <a:lnSpc>
                <a:spcPts val="1200"/>
              </a:lnSpc>
              <a:buFont typeface="IBM Plex Sans" panose="020B0503050203000203" pitchFamily="34" charset="0"/>
              <a:buNone/>
              <a:defRPr sz="675" b="0" i="0" cap="all" baseline="0">
                <a:solidFill>
                  <a:schemeClr val="bg1"/>
                </a:solidFill>
                <a:latin typeface="+mj-lt"/>
              </a:defRPr>
            </a:lvl5pPr>
            <a:lvl6pPr marL="0" indent="0">
              <a:lnSpc>
                <a:spcPts val="1200"/>
              </a:lnSpc>
              <a:buFont typeface="IBM Plex Sans" panose="020B0503050203000203" pitchFamily="34" charset="0"/>
              <a:buNone/>
              <a:defRPr sz="675" b="0" i="0" cap="all" baseline="0">
                <a:solidFill>
                  <a:schemeClr val="bg1"/>
                </a:solidFill>
                <a:latin typeface="+mj-lt"/>
              </a:defRPr>
            </a:lvl6pPr>
            <a:lvl7pPr marL="0" indent="0">
              <a:lnSpc>
                <a:spcPts val="1200"/>
              </a:lnSpc>
              <a:buFont typeface="IBM Plex Sans" panose="020B0503050203000203" pitchFamily="34" charset="0"/>
              <a:buNone/>
              <a:defRPr sz="675" b="0" i="0" cap="all" baseline="0">
                <a:solidFill>
                  <a:schemeClr val="bg1"/>
                </a:solidFill>
                <a:latin typeface="+mj-lt"/>
              </a:defRPr>
            </a:lvl7pPr>
            <a:lvl8pPr marL="0" indent="0">
              <a:lnSpc>
                <a:spcPts val="1200"/>
              </a:lnSpc>
              <a:buFont typeface="IBM Plex Sans" panose="020B0503050203000203" pitchFamily="34" charset="0"/>
              <a:buNone/>
              <a:defRPr sz="675" b="0" i="0" cap="all" baseline="0">
                <a:solidFill>
                  <a:schemeClr val="bg1"/>
                </a:solidFill>
                <a:latin typeface="+mj-lt"/>
              </a:defRPr>
            </a:lvl8pPr>
            <a:lvl9pPr marL="0" indent="0">
              <a:lnSpc>
                <a:spcPts val="975"/>
              </a:lnSpc>
              <a:buFont typeface="IBM Plex Sans" panose="020B0503050203000203" pitchFamily="34" charset="0"/>
              <a:buNone/>
              <a:defRPr sz="675" b="0" i="0" cap="all" baseline="0">
                <a:solidFill>
                  <a:schemeClr val="bg1"/>
                </a:solidFill>
                <a:latin typeface="+mj-lt"/>
              </a:defRPr>
            </a:lvl9pPr>
          </a:lstStyle>
          <a:p>
            <a:pPr lvl="0"/>
            <a:r>
              <a:rPr lang="nl-NL" dirty="0"/>
              <a:t>hoofdstuk</a:t>
            </a:r>
          </a:p>
          <a:p>
            <a:pPr lvl="1"/>
            <a:r>
              <a:rPr lang="nl-NL" dirty="0"/>
              <a:t>PARAGRAAF</a:t>
            </a:r>
          </a:p>
          <a:p>
            <a:pPr lvl="0"/>
            <a:r>
              <a:rPr lang="nl-NL" dirty="0"/>
              <a:t>hoofdstuk</a:t>
            </a:r>
          </a:p>
          <a:p>
            <a:pPr lvl="1"/>
            <a:r>
              <a:rPr lang="nl-NL" dirty="0"/>
              <a:t>PARAGRAAF</a:t>
            </a:r>
          </a:p>
          <a:p>
            <a:pPr lvl="0"/>
            <a:r>
              <a:rPr lang="nl-NL" dirty="0"/>
              <a:t>hoofdstuk</a:t>
            </a:r>
          </a:p>
          <a:p>
            <a:pPr lvl="1"/>
            <a:r>
              <a:rPr lang="nl-NL" dirty="0"/>
              <a:t>PARAGRAAF</a:t>
            </a:r>
          </a:p>
          <a:p>
            <a:pPr lvl="0"/>
            <a:r>
              <a:rPr lang="nl-NL" dirty="0" err="1"/>
              <a:t>hOOFDSTUK</a:t>
            </a:r>
            <a:endParaRPr lang="nl-NL" dirty="0"/>
          </a:p>
          <a:p>
            <a:pPr lvl="1"/>
            <a:r>
              <a:rPr lang="nl-NL" dirty="0"/>
              <a:t>PARAGRAAF</a:t>
            </a:r>
          </a:p>
          <a:p>
            <a:pPr lvl="0"/>
            <a:r>
              <a:rPr lang="nl-NL" dirty="0" err="1"/>
              <a:t>hOOFDSTUK</a:t>
            </a:r>
            <a:endParaRPr lang="nl-NL" dirty="0"/>
          </a:p>
          <a:p>
            <a:pPr lvl="1"/>
            <a:r>
              <a:rPr lang="nl-NL" dirty="0"/>
              <a:t>PARAGRAAF</a:t>
            </a:r>
          </a:p>
          <a:p>
            <a:pPr lvl="0"/>
            <a:r>
              <a:rPr lang="nl-NL" dirty="0" err="1"/>
              <a:t>hOOFDSTUK</a:t>
            </a:r>
            <a:endParaRPr lang="nl-NL" dirty="0"/>
          </a:p>
          <a:p>
            <a:pPr lvl="1"/>
            <a:r>
              <a:rPr lang="nl-NL" dirty="0"/>
              <a:t>PARAGRAAF</a:t>
            </a:r>
          </a:p>
          <a:p>
            <a:pPr lvl="0"/>
            <a:r>
              <a:rPr lang="nl-NL" dirty="0" err="1"/>
              <a:t>hOOFDSTUK</a:t>
            </a:r>
            <a:endParaRPr lang="nl-NL" dirty="0"/>
          </a:p>
          <a:p>
            <a:pPr lvl="1"/>
            <a:r>
              <a:rPr lang="nl-NL" dirty="0"/>
              <a:t>PARAGRAAF</a:t>
            </a:r>
          </a:p>
        </p:txBody>
      </p:sp>
      <p:sp>
        <p:nvSpPr>
          <p:cNvPr id="6" name="Rechthoek 5">
            <a:extLst>
              <a:ext uri="{FF2B5EF4-FFF2-40B4-BE49-F238E27FC236}">
                <a16:creationId xmlns:a16="http://schemas.microsoft.com/office/drawing/2014/main" id="{CA5585A7-D997-2CCF-9697-DB91C9A8F136}"/>
              </a:ext>
            </a:extLst>
          </p:cNvPr>
          <p:cNvSpPr/>
          <p:nvPr userDrawn="1"/>
        </p:nvSpPr>
        <p:spPr>
          <a:xfrm>
            <a:off x="0" y="-395164"/>
            <a:ext cx="50815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nl-NL" sz="1200" b="0" cap="none" baseline="0" noProof="0" dirty="0">
                <a:solidFill>
                  <a:schemeClr val="accent1"/>
                </a:solidFill>
                <a:latin typeface="+mj-lt"/>
              </a:rPr>
              <a:t>Tekst</a:t>
            </a:r>
          </a:p>
        </p:txBody>
      </p:sp>
    </p:spTree>
    <p:extLst>
      <p:ext uri="{BB962C8B-B14F-4D97-AF65-F5344CB8AC3E}">
        <p14:creationId xmlns:p14="http://schemas.microsoft.com/office/powerpoint/2010/main" val="3079523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kst (2x)">
    <p:spTree>
      <p:nvGrpSpPr>
        <p:cNvPr id="1" name=""/>
        <p:cNvGrpSpPr/>
        <p:nvPr/>
      </p:nvGrpSpPr>
      <p:grpSpPr>
        <a:xfrm>
          <a:off x="0" y="0"/>
          <a:ext cx="0" cy="0"/>
          <a:chOff x="0" y="0"/>
          <a:chExt cx="0" cy="0"/>
        </a:xfrm>
      </p:grpSpPr>
      <p:sp>
        <p:nvSpPr>
          <p:cNvPr id="21" name="Rechthoek 20">
            <a:extLst>
              <a:ext uri="{FF2B5EF4-FFF2-40B4-BE49-F238E27FC236}">
                <a16:creationId xmlns:a16="http://schemas.microsoft.com/office/drawing/2014/main" id="{8778B65F-BF88-4C17-8B7E-1110F69AEE26}"/>
              </a:ext>
            </a:extLst>
          </p:cNvPr>
          <p:cNvSpPr/>
          <p:nvPr userDrawn="1"/>
        </p:nvSpPr>
        <p:spPr>
          <a:xfrm>
            <a:off x="2" y="-395164"/>
            <a:ext cx="921727"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nl-NL" sz="1200" b="0" cap="none" baseline="0" noProof="0">
                <a:solidFill>
                  <a:schemeClr val="accent1"/>
                </a:solidFill>
                <a:latin typeface="+mj-lt"/>
              </a:rPr>
              <a:t>Tekst (2x)</a:t>
            </a:r>
          </a:p>
        </p:txBody>
      </p:sp>
      <p:sp>
        <p:nvSpPr>
          <p:cNvPr id="7" name="Tijdelijke aanduiding voor tekst 6">
            <a:extLst>
              <a:ext uri="{FF2B5EF4-FFF2-40B4-BE49-F238E27FC236}">
                <a16:creationId xmlns:a16="http://schemas.microsoft.com/office/drawing/2014/main" id="{97C32B2A-67AA-E6D6-AE57-0F98725B06A3}"/>
              </a:ext>
            </a:extLst>
          </p:cNvPr>
          <p:cNvSpPr>
            <a:spLocks noGrp="1"/>
          </p:cNvSpPr>
          <p:nvPr>
            <p:ph type="body" sz="quarter" idx="21" hasCustomPrompt="1"/>
          </p:nvPr>
        </p:nvSpPr>
        <p:spPr>
          <a:xfrm>
            <a:off x="3196631" y="1131341"/>
            <a:ext cx="3960000" cy="4791600"/>
          </a:xfrm>
        </p:spPr>
        <p:txBody>
          <a:bodyPr/>
          <a:lstStyle>
            <a:lvl4pPr>
              <a:defRPr/>
            </a:lvl4pPr>
            <a:lvl5pPr>
              <a:defRPr/>
            </a:lvl5pPr>
            <a:lvl6pPr>
              <a:defRPr/>
            </a:lvl6pPr>
          </a:lstStyle>
          <a:p>
            <a:pPr lvl="0"/>
            <a:r>
              <a:rPr lang="nl-NL" noProof="0"/>
              <a:t>Bullet</a:t>
            </a:r>
          </a:p>
          <a:p>
            <a:pPr lvl="1"/>
            <a:r>
              <a:rPr lang="nl-NL" noProof="0"/>
              <a:t>Sub-bullet </a:t>
            </a:r>
          </a:p>
          <a:p>
            <a:pPr lvl="2"/>
            <a:r>
              <a:rPr lang="nl-NL" noProof="0"/>
              <a:t>Platte tekst</a:t>
            </a:r>
            <a:br>
              <a:rPr lang="nl-NL" noProof="0"/>
            </a:br>
            <a:endParaRPr lang="nl-NL" noProof="0"/>
          </a:p>
          <a:p>
            <a:pPr lvl="3"/>
            <a:r>
              <a:rPr lang="nl-NL" noProof="0"/>
              <a:t>Titel / quote</a:t>
            </a:r>
          </a:p>
          <a:p>
            <a:pPr lvl="4"/>
            <a:r>
              <a:rPr lang="nl-NL" noProof="0"/>
              <a:t>Subtitel groen</a:t>
            </a:r>
          </a:p>
          <a:p>
            <a:pPr lvl="5"/>
            <a:r>
              <a:rPr lang="nl-NL" noProof="0"/>
              <a:t>Subtitel blauw</a:t>
            </a:r>
          </a:p>
          <a:p>
            <a:pPr lvl="5"/>
            <a:endParaRPr lang="nl-NL" noProof="0"/>
          </a:p>
          <a:p>
            <a:pPr lvl="6"/>
            <a:r>
              <a:rPr lang="nl-NL" noProof="0"/>
              <a:t>Numerieke bullet</a:t>
            </a:r>
          </a:p>
          <a:p>
            <a:pPr lvl="7"/>
            <a:r>
              <a:rPr lang="nl-NL" noProof="0"/>
              <a:t>Alfabetische bullet </a:t>
            </a:r>
          </a:p>
          <a:p>
            <a:pPr lvl="8"/>
            <a:br>
              <a:rPr lang="nl-NL" noProof="0"/>
            </a:br>
            <a:r>
              <a:rPr lang="nl-NL" noProof="0"/>
              <a:t>Bronvermelding</a:t>
            </a:r>
          </a:p>
          <a:p>
            <a:pPr lvl="8"/>
            <a:endParaRPr lang="nl-NL" noProof="0"/>
          </a:p>
        </p:txBody>
      </p:sp>
      <p:sp>
        <p:nvSpPr>
          <p:cNvPr id="5" name="Titel 4">
            <a:extLst>
              <a:ext uri="{FF2B5EF4-FFF2-40B4-BE49-F238E27FC236}">
                <a16:creationId xmlns:a16="http://schemas.microsoft.com/office/drawing/2014/main" id="{9B105F46-F99B-7E73-16E0-CD2C01EDC8CA}"/>
              </a:ext>
            </a:extLst>
          </p:cNvPr>
          <p:cNvSpPr>
            <a:spLocks noGrp="1"/>
          </p:cNvSpPr>
          <p:nvPr>
            <p:ph type="title" hasCustomPrompt="1"/>
          </p:nvPr>
        </p:nvSpPr>
        <p:spPr>
          <a:xfrm>
            <a:off x="3196631" y="719138"/>
            <a:ext cx="8280000" cy="266000"/>
          </a:xfrm>
        </p:spPr>
        <p:txBody>
          <a:bodyPr/>
          <a:lstStyle/>
          <a:p>
            <a:r>
              <a:rPr lang="nl-NL" noProof="0"/>
              <a:t>Plaats hier je titel</a:t>
            </a:r>
            <a:endParaRPr lang="nl-NL"/>
          </a:p>
        </p:txBody>
      </p:sp>
      <p:sp>
        <p:nvSpPr>
          <p:cNvPr id="6" name="Tijdelijke aanduiding voor dianummer 5">
            <a:extLst>
              <a:ext uri="{FF2B5EF4-FFF2-40B4-BE49-F238E27FC236}">
                <a16:creationId xmlns:a16="http://schemas.microsoft.com/office/drawing/2014/main" id="{01DF2148-C01F-D5FB-5C5F-9D65E1ABBF73}"/>
              </a:ext>
            </a:extLst>
          </p:cNvPr>
          <p:cNvSpPr>
            <a:spLocks noGrp="1"/>
          </p:cNvSpPr>
          <p:nvPr>
            <p:ph type="sldNum" sz="quarter" idx="22"/>
          </p:nvPr>
        </p:nvSpPr>
        <p:spPr/>
        <p:txBody>
          <a:bodyPr/>
          <a:lstStyle/>
          <a:p>
            <a:fld id="{9E843DB9-9987-4157-AB9C-CEA8D7D910BB}" type="slidenum">
              <a:rPr lang="nl-NL" smtClean="0"/>
              <a:pPr/>
              <a:t>‹nr.›</a:t>
            </a:fld>
            <a:endParaRPr lang="nl-NL"/>
          </a:p>
        </p:txBody>
      </p:sp>
      <p:sp>
        <p:nvSpPr>
          <p:cNvPr id="2" name="Tijdelijke aanduiding voor tekst 3">
            <a:extLst>
              <a:ext uri="{FF2B5EF4-FFF2-40B4-BE49-F238E27FC236}">
                <a16:creationId xmlns:a16="http://schemas.microsoft.com/office/drawing/2014/main" id="{BF74EB24-5AAA-58C0-BB73-6B5D74880866}"/>
              </a:ext>
            </a:extLst>
          </p:cNvPr>
          <p:cNvSpPr>
            <a:spLocks noGrp="1"/>
          </p:cNvSpPr>
          <p:nvPr>
            <p:ph type="body" sz="quarter" idx="23" hasCustomPrompt="1"/>
          </p:nvPr>
        </p:nvSpPr>
        <p:spPr>
          <a:xfrm>
            <a:off x="254231" y="2397294"/>
            <a:ext cx="1972800" cy="3524081"/>
          </a:xfrm>
        </p:spPr>
        <p:txBody>
          <a:bodyPr/>
          <a:lstStyle>
            <a:lvl1pPr marL="0" indent="0">
              <a:lnSpc>
                <a:spcPct val="100000"/>
              </a:lnSpc>
              <a:spcBef>
                <a:spcPts val="300"/>
              </a:spcBef>
              <a:spcAft>
                <a:spcPts val="300"/>
              </a:spcAft>
              <a:buNone/>
              <a:defRPr sz="675" b="1" i="0" kern="1200" cap="all" baseline="0">
                <a:solidFill>
                  <a:schemeClr val="bg1"/>
                </a:solidFill>
                <a:latin typeface="+mj-lt"/>
              </a:defRPr>
            </a:lvl1pPr>
            <a:lvl2pPr marL="133350" indent="0">
              <a:lnSpc>
                <a:spcPct val="100000"/>
              </a:lnSpc>
              <a:spcBef>
                <a:spcPts val="300"/>
              </a:spcBef>
              <a:spcAft>
                <a:spcPts val="300"/>
              </a:spcAft>
              <a:buNone/>
              <a:defRPr sz="675" b="0" i="0" cap="all" baseline="0">
                <a:solidFill>
                  <a:schemeClr val="bg1"/>
                </a:solidFill>
                <a:latin typeface="+mj-lt"/>
              </a:defRPr>
            </a:lvl2pPr>
            <a:lvl3pPr marL="0" indent="0">
              <a:lnSpc>
                <a:spcPts val="1200"/>
              </a:lnSpc>
              <a:buFont typeface="IBM Plex Sans" panose="020B0503050203000203" pitchFamily="34" charset="0"/>
              <a:buNone/>
              <a:defRPr sz="675" b="0" i="0" cap="all" baseline="0">
                <a:solidFill>
                  <a:schemeClr val="bg1"/>
                </a:solidFill>
                <a:latin typeface="+mj-lt"/>
              </a:defRPr>
            </a:lvl3pPr>
            <a:lvl4pPr marL="0" indent="0">
              <a:lnSpc>
                <a:spcPts val="1200"/>
              </a:lnSpc>
              <a:buFont typeface="IBM Plex Sans" panose="020B0503050203000203" pitchFamily="34" charset="0"/>
              <a:buNone/>
              <a:defRPr sz="675" b="0" i="0" cap="all" baseline="0">
                <a:solidFill>
                  <a:schemeClr val="bg1"/>
                </a:solidFill>
                <a:latin typeface="+mj-lt"/>
              </a:defRPr>
            </a:lvl4pPr>
            <a:lvl5pPr marL="0" indent="0">
              <a:lnSpc>
                <a:spcPts val="1200"/>
              </a:lnSpc>
              <a:buFont typeface="IBM Plex Sans" panose="020B0503050203000203" pitchFamily="34" charset="0"/>
              <a:buNone/>
              <a:defRPr sz="675" b="0" i="0" cap="all" baseline="0">
                <a:solidFill>
                  <a:schemeClr val="bg1"/>
                </a:solidFill>
                <a:latin typeface="+mj-lt"/>
              </a:defRPr>
            </a:lvl5pPr>
            <a:lvl6pPr marL="0" indent="0">
              <a:lnSpc>
                <a:spcPts val="1200"/>
              </a:lnSpc>
              <a:buFont typeface="IBM Plex Sans" panose="020B0503050203000203" pitchFamily="34" charset="0"/>
              <a:buNone/>
              <a:defRPr sz="675" b="0" i="0" cap="all" baseline="0">
                <a:solidFill>
                  <a:schemeClr val="bg1"/>
                </a:solidFill>
                <a:latin typeface="+mj-lt"/>
              </a:defRPr>
            </a:lvl6pPr>
            <a:lvl7pPr marL="0" indent="0">
              <a:lnSpc>
                <a:spcPts val="1200"/>
              </a:lnSpc>
              <a:buFont typeface="IBM Plex Sans" panose="020B0503050203000203" pitchFamily="34" charset="0"/>
              <a:buNone/>
              <a:defRPr sz="675" b="0" i="0" cap="all" baseline="0">
                <a:solidFill>
                  <a:schemeClr val="bg1"/>
                </a:solidFill>
                <a:latin typeface="+mj-lt"/>
              </a:defRPr>
            </a:lvl7pPr>
            <a:lvl8pPr marL="0" indent="0">
              <a:lnSpc>
                <a:spcPts val="1200"/>
              </a:lnSpc>
              <a:buFont typeface="IBM Plex Sans" panose="020B0503050203000203" pitchFamily="34" charset="0"/>
              <a:buNone/>
              <a:defRPr sz="675" b="0" i="0" cap="all" baseline="0">
                <a:solidFill>
                  <a:schemeClr val="bg1"/>
                </a:solidFill>
                <a:latin typeface="+mj-lt"/>
              </a:defRPr>
            </a:lvl8pPr>
            <a:lvl9pPr marL="0" indent="0">
              <a:lnSpc>
                <a:spcPts val="975"/>
              </a:lnSpc>
              <a:buFont typeface="IBM Plex Sans" panose="020B0503050203000203" pitchFamily="34" charset="0"/>
              <a:buNone/>
              <a:defRPr sz="675" b="0" i="0" cap="all" baseline="0">
                <a:solidFill>
                  <a:schemeClr val="bg1"/>
                </a:solidFill>
                <a:latin typeface="+mj-lt"/>
              </a:defRPr>
            </a:lvl9pPr>
          </a:lstStyle>
          <a:p>
            <a:pPr lvl="0"/>
            <a:r>
              <a:rPr lang="nl-NL"/>
              <a:t>hoofdstuk</a:t>
            </a:r>
          </a:p>
          <a:p>
            <a:pPr lvl="1"/>
            <a:r>
              <a:rPr lang="nl-NL"/>
              <a:t>PARAGRAAF</a:t>
            </a:r>
          </a:p>
          <a:p>
            <a:pPr lvl="0"/>
            <a:r>
              <a:rPr lang="nl-NL"/>
              <a:t>hoofdstuk</a:t>
            </a:r>
          </a:p>
          <a:p>
            <a:pPr lvl="1"/>
            <a:r>
              <a:rPr lang="nl-NL"/>
              <a:t>PARAGRAAF</a:t>
            </a:r>
          </a:p>
          <a:p>
            <a:pPr lvl="0"/>
            <a:r>
              <a:rPr lang="nl-NL"/>
              <a:t>hoofdstuk</a:t>
            </a:r>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a:p>
            <a:pPr lvl="0"/>
            <a:r>
              <a:rPr lang="nl-NL" err="1"/>
              <a:t>hOOFDSTUK</a:t>
            </a:r>
            <a:endParaRPr lang="nl-NL"/>
          </a:p>
          <a:p>
            <a:pPr lvl="1"/>
            <a:r>
              <a:rPr lang="nl-NL"/>
              <a:t>PARAGRAAF</a:t>
            </a:r>
          </a:p>
        </p:txBody>
      </p:sp>
      <p:sp>
        <p:nvSpPr>
          <p:cNvPr id="13" name="Tijdelijke aanduiding voor tekst 6">
            <a:extLst>
              <a:ext uri="{FF2B5EF4-FFF2-40B4-BE49-F238E27FC236}">
                <a16:creationId xmlns:a16="http://schemas.microsoft.com/office/drawing/2014/main" id="{FC99674E-1D20-9765-8E1A-1D11E727C5C8}"/>
              </a:ext>
            </a:extLst>
          </p:cNvPr>
          <p:cNvSpPr>
            <a:spLocks noGrp="1"/>
          </p:cNvSpPr>
          <p:nvPr>
            <p:ph type="body" sz="quarter" idx="24" hasCustomPrompt="1"/>
          </p:nvPr>
        </p:nvSpPr>
        <p:spPr>
          <a:xfrm>
            <a:off x="7516631" y="1131341"/>
            <a:ext cx="3960000" cy="4791600"/>
          </a:xfrm>
        </p:spPr>
        <p:txBody>
          <a:bodyPr/>
          <a:lstStyle>
            <a:lvl4pPr>
              <a:defRPr/>
            </a:lvl4pPr>
            <a:lvl5pPr>
              <a:defRPr/>
            </a:lvl5pPr>
            <a:lvl6pPr>
              <a:defRPr/>
            </a:lvl6pPr>
          </a:lstStyle>
          <a:p>
            <a:pPr lvl="0"/>
            <a:r>
              <a:rPr lang="nl-NL" noProof="0"/>
              <a:t>Bullet</a:t>
            </a:r>
          </a:p>
          <a:p>
            <a:pPr lvl="1"/>
            <a:r>
              <a:rPr lang="nl-NL" noProof="0"/>
              <a:t>Sub-bullet </a:t>
            </a:r>
          </a:p>
          <a:p>
            <a:pPr lvl="2"/>
            <a:r>
              <a:rPr lang="nl-NL" noProof="0"/>
              <a:t>Platte tekst</a:t>
            </a:r>
            <a:br>
              <a:rPr lang="nl-NL" noProof="0"/>
            </a:br>
            <a:endParaRPr lang="nl-NL" noProof="0"/>
          </a:p>
          <a:p>
            <a:pPr lvl="3"/>
            <a:r>
              <a:rPr lang="nl-NL" noProof="0"/>
              <a:t>Titel / quote</a:t>
            </a:r>
          </a:p>
          <a:p>
            <a:pPr lvl="4"/>
            <a:r>
              <a:rPr lang="nl-NL" noProof="0"/>
              <a:t>Subtitel groen</a:t>
            </a:r>
          </a:p>
          <a:p>
            <a:pPr lvl="5"/>
            <a:r>
              <a:rPr lang="nl-NL" noProof="0"/>
              <a:t>Subtitel blauw</a:t>
            </a:r>
          </a:p>
          <a:p>
            <a:pPr lvl="5"/>
            <a:endParaRPr lang="nl-NL" noProof="0"/>
          </a:p>
          <a:p>
            <a:pPr lvl="6"/>
            <a:r>
              <a:rPr lang="nl-NL" noProof="0"/>
              <a:t>Numerieke bullet</a:t>
            </a:r>
          </a:p>
          <a:p>
            <a:pPr lvl="7"/>
            <a:r>
              <a:rPr lang="nl-NL" noProof="0"/>
              <a:t>Alfabetische bullet </a:t>
            </a:r>
          </a:p>
          <a:p>
            <a:pPr lvl="8"/>
            <a:br>
              <a:rPr lang="nl-NL" noProof="0"/>
            </a:br>
            <a:r>
              <a:rPr lang="nl-NL" noProof="0"/>
              <a:t>Bronvermelding</a:t>
            </a:r>
          </a:p>
          <a:p>
            <a:pPr lvl="8"/>
            <a:endParaRPr lang="nl-NL" noProof="0"/>
          </a:p>
        </p:txBody>
      </p:sp>
    </p:spTree>
    <p:extLst>
      <p:ext uri="{BB962C8B-B14F-4D97-AF65-F5344CB8AC3E}">
        <p14:creationId xmlns:p14="http://schemas.microsoft.com/office/powerpoint/2010/main" val="155214588"/>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312352" y="2520760"/>
            <a:ext cx="2747493" cy="692049"/>
          </a:xfrm>
        </p:spPr>
        <p:txBody>
          <a:bodyPr lIns="0" tIns="0" rIns="0" bIns="0"/>
          <a:lstStyle>
            <a:lvl1pPr>
              <a:defRPr sz="4497" b="1" i="0">
                <a:solidFill>
                  <a:schemeClr val="bg1"/>
                </a:solidFill>
                <a:latin typeface="Blacker Pro Display Extrabold"/>
                <a:cs typeface="Blacker Pro Display Extrabold"/>
              </a:defRPr>
            </a:lvl1pPr>
          </a:lstStyle>
          <a:p>
            <a:endParaRPr/>
          </a:p>
        </p:txBody>
      </p:sp>
      <p:sp>
        <p:nvSpPr>
          <p:cNvPr id="3" name="Holder 3"/>
          <p:cNvSpPr>
            <a:spLocks noGrp="1"/>
          </p:cNvSpPr>
          <p:nvPr>
            <p:ph type="body" idx="1"/>
          </p:nvPr>
        </p:nvSpPr>
        <p:spPr>
          <a:xfrm>
            <a:off x="1010034" y="2516399"/>
            <a:ext cx="10062693" cy="249171"/>
          </a:xfrm>
        </p:spPr>
        <p:txBody>
          <a:bodyPr lIns="0" tIns="0" rIns="0" bIns="0"/>
          <a:lstStyle>
            <a:lvl1pPr>
              <a:defRPr sz="1619" b="0" i="0">
                <a:solidFill>
                  <a:srgbClr val="101D4E"/>
                </a:solidFill>
                <a:latin typeface="IBM Plex Sans" panose="020B0503050203000203" pitchFamily="34" charset="0"/>
                <a:cs typeface="IBM Plex Sans" panose="020B0503050203000203" pitchFamily="34" charset="0"/>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1868499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Afbeelding 8" descr="Afbeelding met Graphics, Kleurrijkheid, grafische vormgeving, creativiteit&#10;&#10;Automatisch gegenereerde beschrijving">
            <a:extLst>
              <a:ext uri="{FF2B5EF4-FFF2-40B4-BE49-F238E27FC236}">
                <a16:creationId xmlns:a16="http://schemas.microsoft.com/office/drawing/2014/main" id="{CB4A0315-264E-0E45-4C9F-8B0A24FEC566}"/>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t="22474" r="34166"/>
          <a:stretch/>
        </p:blipFill>
        <p:spPr>
          <a:xfrm>
            <a:off x="9323277" y="0"/>
            <a:ext cx="2868723" cy="2832066"/>
          </a:xfrm>
          <a:prstGeom prst="rect">
            <a:avLst/>
          </a:prstGeom>
        </p:spPr>
      </p:pic>
      <p:sp>
        <p:nvSpPr>
          <p:cNvPr id="49" name="Rechthoek 48">
            <a:extLst>
              <a:ext uri="{FF2B5EF4-FFF2-40B4-BE49-F238E27FC236}">
                <a16:creationId xmlns:a16="http://schemas.microsoft.com/office/drawing/2014/main" id="{F801A4A8-F91E-D7F9-1EBB-6E379AF351A8}"/>
              </a:ext>
            </a:extLst>
          </p:cNvPr>
          <p:cNvSpPr/>
          <p:nvPr userDrawn="1"/>
        </p:nvSpPr>
        <p:spPr>
          <a:xfrm>
            <a:off x="2" y="0"/>
            <a:ext cx="248126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dirty="0" err="1"/>
          </a:p>
        </p:txBody>
      </p:sp>
      <p:sp>
        <p:nvSpPr>
          <p:cNvPr id="20" name="Tekstvak 19">
            <a:extLst>
              <a:ext uri="{FF2B5EF4-FFF2-40B4-BE49-F238E27FC236}">
                <a16:creationId xmlns:a16="http://schemas.microsoft.com/office/drawing/2014/main" id="{88A106C3-3B5C-4817-A9B9-E1AA65368768}"/>
              </a:ext>
            </a:extLst>
          </p:cNvPr>
          <p:cNvSpPr txBox="1"/>
          <p:nvPr userDrawn="1"/>
        </p:nvSpPr>
        <p:spPr>
          <a:xfrm>
            <a:off x="0" y="-621351"/>
            <a:ext cx="3994152" cy="180000"/>
          </a:xfrm>
          <a:prstGeom prst="rect">
            <a:avLst/>
          </a:prstGeom>
          <a:noFill/>
        </p:spPr>
        <p:txBody>
          <a:bodyPr wrap="none" lIns="0" tIns="0" rIns="0" bIns="0" rtlCol="0" anchor="b">
            <a:noAutofit/>
          </a:bodyPr>
          <a:lstStyle/>
          <a:p>
            <a:pPr algn="l"/>
            <a:r>
              <a:rPr lang="nl-NL" sz="750" b="0" cap="all" baseline="0" noProof="0" dirty="0">
                <a:solidFill>
                  <a:schemeClr val="accent2"/>
                </a:solidFill>
                <a:latin typeface="+mn-lt"/>
              </a:rPr>
              <a:t>INDELING</a:t>
            </a:r>
          </a:p>
        </p:txBody>
      </p:sp>
      <p:sp>
        <p:nvSpPr>
          <p:cNvPr id="30" name="Tijdelijke aanduiding voor dianummer 5">
            <a:extLst>
              <a:ext uri="{FF2B5EF4-FFF2-40B4-BE49-F238E27FC236}">
                <a16:creationId xmlns:a16="http://schemas.microsoft.com/office/drawing/2014/main" id="{97B5FD88-660A-4FF5-BB5B-19029FB61217}"/>
              </a:ext>
            </a:extLst>
          </p:cNvPr>
          <p:cNvSpPr>
            <a:spLocks noGrp="1"/>
          </p:cNvSpPr>
          <p:nvPr userDrawn="1">
            <p:ph type="sldNum" sz="quarter" idx="4"/>
          </p:nvPr>
        </p:nvSpPr>
        <p:spPr>
          <a:xfrm>
            <a:off x="934475" y="6078640"/>
            <a:ext cx="612000" cy="306000"/>
          </a:xfrm>
          <a:prstGeom prst="roundRect">
            <a:avLst>
              <a:gd name="adj" fmla="val 50000"/>
            </a:avLst>
          </a:prstGeom>
          <a:ln>
            <a:solidFill>
              <a:schemeClr val="bg1"/>
            </a:solidFill>
          </a:ln>
        </p:spPr>
        <p:txBody>
          <a:bodyPr vert="horz" wrap="square" lIns="0" tIns="0" rIns="0" bIns="0" rtlCol="0" anchor="ctr">
            <a:noAutofit/>
          </a:bodyPr>
          <a:lstStyle>
            <a:lvl1pPr algn="ctr">
              <a:defRPr sz="675" b="0">
                <a:solidFill>
                  <a:schemeClr val="bg1"/>
                </a:solidFill>
                <a:latin typeface="+mn-lt"/>
                <a:cs typeface="+mn-cs"/>
              </a:defRPr>
            </a:lvl1pPr>
          </a:lstStyle>
          <a:p>
            <a:fld id="{9E843DB9-9987-4157-AB9C-CEA8D7D910BB}" type="slidenum">
              <a:rPr lang="nl-NL" smtClean="0"/>
              <a:pPr/>
              <a:t>‹nr.›</a:t>
            </a:fld>
            <a:endParaRPr lang="nl-NL" dirty="0"/>
          </a:p>
        </p:txBody>
      </p:sp>
      <p:grpSp>
        <p:nvGrpSpPr>
          <p:cNvPr id="45" name="Groep 44">
            <a:extLst>
              <a:ext uri="{FF2B5EF4-FFF2-40B4-BE49-F238E27FC236}">
                <a16:creationId xmlns:a16="http://schemas.microsoft.com/office/drawing/2014/main" id="{B2BAE8EB-AD1F-685A-A92F-FFAEA8CC4EB6}"/>
              </a:ext>
            </a:extLst>
          </p:cNvPr>
          <p:cNvGrpSpPr/>
          <p:nvPr userDrawn="1"/>
        </p:nvGrpSpPr>
        <p:grpSpPr>
          <a:xfrm>
            <a:off x="1619713" y="6078640"/>
            <a:ext cx="612000" cy="306000"/>
            <a:chOff x="1614252" y="6267834"/>
            <a:chExt cx="612000" cy="306000"/>
          </a:xfrm>
        </p:grpSpPr>
        <p:sp>
          <p:nvSpPr>
            <p:cNvPr id="41" name="Rechthoek: afgeronde hoeken 40">
              <a:extLst>
                <a:ext uri="{FF2B5EF4-FFF2-40B4-BE49-F238E27FC236}">
                  <a16:creationId xmlns:a16="http://schemas.microsoft.com/office/drawing/2014/main" id="{74D03923-1348-A365-AE6A-A3AF68975159}"/>
                </a:ext>
              </a:extLst>
            </p:cNvPr>
            <p:cNvSpPr/>
            <p:nvPr userDrawn="1"/>
          </p:nvSpPr>
          <p:spPr>
            <a:xfrm>
              <a:off x="1614252" y="6267834"/>
              <a:ext cx="612000" cy="306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150"/>
                </a:spcBef>
                <a:spcAft>
                  <a:spcPts val="150"/>
                </a:spcAft>
              </a:pPr>
              <a:endParaRPr lang="nl-NL" sz="1200" dirty="0" err="1"/>
            </a:p>
          </p:txBody>
        </p:sp>
        <p:sp>
          <p:nvSpPr>
            <p:cNvPr id="44" name="Graphic 42">
              <a:extLst>
                <a:ext uri="{FF2B5EF4-FFF2-40B4-BE49-F238E27FC236}">
                  <a16:creationId xmlns:a16="http://schemas.microsoft.com/office/drawing/2014/main" id="{85F96B5F-6619-4418-348E-3C921E5C4152}"/>
                </a:ext>
              </a:extLst>
            </p:cNvPr>
            <p:cNvSpPr/>
            <p:nvPr/>
          </p:nvSpPr>
          <p:spPr>
            <a:xfrm>
              <a:off x="1862728" y="6378998"/>
              <a:ext cx="115048" cy="83672"/>
            </a:xfrm>
            <a:custGeom>
              <a:avLst/>
              <a:gdLst>
                <a:gd name="connsiteX0" fmla="*/ 4410863 w 4470356"/>
                <a:gd name="connsiteY0" fmla="*/ 1479441 h 3251199"/>
                <a:gd name="connsiteX1" fmla="*/ 2988462 w 4470356"/>
                <a:gd name="connsiteY1" fmla="*/ 57041 h 3251199"/>
                <a:gd name="connsiteX2" fmla="*/ 2701138 w 4470356"/>
                <a:gd name="connsiteY2" fmla="*/ 62035 h 3251199"/>
                <a:gd name="connsiteX3" fmla="*/ 2701138 w 4470356"/>
                <a:gd name="connsiteY3" fmla="*/ 344366 h 3251199"/>
                <a:gd name="connsiteX4" fmla="*/ 3776675 w 4470356"/>
                <a:gd name="connsiteY4" fmla="*/ 1419903 h 3251199"/>
                <a:gd name="connsiteX5" fmla="*/ 203200 w 4470356"/>
                <a:gd name="connsiteY5" fmla="*/ 1419903 h 3251199"/>
                <a:gd name="connsiteX6" fmla="*/ 0 w 4470356"/>
                <a:gd name="connsiteY6" fmla="*/ 1623103 h 3251199"/>
                <a:gd name="connsiteX7" fmla="*/ 203200 w 4470356"/>
                <a:gd name="connsiteY7" fmla="*/ 1826303 h 3251199"/>
                <a:gd name="connsiteX8" fmla="*/ 3776675 w 4470356"/>
                <a:gd name="connsiteY8" fmla="*/ 1826303 h 3251199"/>
                <a:gd name="connsiteX9" fmla="*/ 2701138 w 4470356"/>
                <a:gd name="connsiteY9" fmla="*/ 2901841 h 3251199"/>
                <a:gd name="connsiteX10" fmla="*/ 2696144 w 4470356"/>
                <a:gd name="connsiteY10" fmla="*/ 3189165 h 3251199"/>
                <a:gd name="connsiteX11" fmla="*/ 2983469 w 4470356"/>
                <a:gd name="connsiteY11" fmla="*/ 3194159 h 3251199"/>
                <a:gd name="connsiteX12" fmla="*/ 2988462 w 4470356"/>
                <a:gd name="connsiteY12" fmla="*/ 3189165 h 3251199"/>
                <a:gd name="connsiteX13" fmla="*/ 4410863 w 4470356"/>
                <a:gd name="connsiteY13" fmla="*/ 1766766 h 3251199"/>
                <a:gd name="connsiteX14" fmla="*/ 4410863 w 4470356"/>
                <a:gd name="connsiteY14" fmla="*/ 1479441 h 325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0356" h="3251199">
                  <a:moveTo>
                    <a:pt x="4410863" y="1479441"/>
                  </a:moveTo>
                  <a:lnTo>
                    <a:pt x="2988462" y="57041"/>
                  </a:lnTo>
                  <a:cubicBezTo>
                    <a:pt x="2907741" y="-20923"/>
                    <a:pt x="2779101" y="-18687"/>
                    <a:pt x="2701138" y="62035"/>
                  </a:cubicBezTo>
                  <a:cubicBezTo>
                    <a:pt x="2625083" y="140779"/>
                    <a:pt x="2625083" y="265621"/>
                    <a:pt x="2701138" y="344366"/>
                  </a:cubicBezTo>
                  <a:lnTo>
                    <a:pt x="3776675" y="1419903"/>
                  </a:lnTo>
                  <a:lnTo>
                    <a:pt x="203200" y="1419903"/>
                  </a:lnTo>
                  <a:cubicBezTo>
                    <a:pt x="90976" y="1419903"/>
                    <a:pt x="0" y="1510879"/>
                    <a:pt x="0" y="1623103"/>
                  </a:cubicBezTo>
                  <a:cubicBezTo>
                    <a:pt x="0" y="1735328"/>
                    <a:pt x="90976" y="1826303"/>
                    <a:pt x="203200" y="1826303"/>
                  </a:cubicBezTo>
                  <a:lnTo>
                    <a:pt x="3776675" y="1826303"/>
                  </a:lnTo>
                  <a:lnTo>
                    <a:pt x="2701138" y="2901841"/>
                  </a:lnTo>
                  <a:cubicBezTo>
                    <a:pt x="2620416" y="2979804"/>
                    <a:pt x="2618180" y="3108444"/>
                    <a:pt x="2696144" y="3189165"/>
                  </a:cubicBezTo>
                  <a:cubicBezTo>
                    <a:pt x="2774107" y="3269887"/>
                    <a:pt x="2902747" y="3272123"/>
                    <a:pt x="2983469" y="3194159"/>
                  </a:cubicBezTo>
                  <a:cubicBezTo>
                    <a:pt x="2985162" y="3192524"/>
                    <a:pt x="2986827" y="3190859"/>
                    <a:pt x="2988462" y="3189165"/>
                  </a:cubicBezTo>
                  <a:lnTo>
                    <a:pt x="4410863" y="1766766"/>
                  </a:lnTo>
                  <a:cubicBezTo>
                    <a:pt x="4490189" y="1687416"/>
                    <a:pt x="4490189" y="1558790"/>
                    <a:pt x="4410863" y="1479441"/>
                  </a:cubicBezTo>
                  <a:close/>
                </a:path>
              </a:pathLst>
            </a:custGeom>
            <a:solidFill>
              <a:schemeClr val="accent2"/>
            </a:solidFill>
            <a:ln w="203200" cap="flat">
              <a:noFill/>
              <a:prstDash val="solid"/>
              <a:miter/>
            </a:ln>
          </p:spPr>
          <p:txBody>
            <a:bodyPr rtlCol="0" anchor="ctr"/>
            <a:lstStyle/>
            <a:p>
              <a:endParaRPr lang="nl-NL" sz="1350"/>
            </a:p>
          </p:txBody>
        </p:sp>
      </p:grpSp>
      <p:grpSp>
        <p:nvGrpSpPr>
          <p:cNvPr id="46" name="Groep 45">
            <a:extLst>
              <a:ext uri="{FF2B5EF4-FFF2-40B4-BE49-F238E27FC236}">
                <a16:creationId xmlns:a16="http://schemas.microsoft.com/office/drawing/2014/main" id="{57AD5C46-6007-1335-A8C3-445374B18793}"/>
              </a:ext>
            </a:extLst>
          </p:cNvPr>
          <p:cNvGrpSpPr/>
          <p:nvPr userDrawn="1"/>
        </p:nvGrpSpPr>
        <p:grpSpPr>
          <a:xfrm flipH="1">
            <a:off x="249239" y="6078640"/>
            <a:ext cx="612000" cy="306000"/>
            <a:chOff x="1542252" y="6267834"/>
            <a:chExt cx="612000" cy="306000"/>
          </a:xfrm>
        </p:grpSpPr>
        <p:sp>
          <p:nvSpPr>
            <p:cNvPr id="47" name="Rechthoek: afgeronde hoeken 46">
              <a:extLst>
                <a:ext uri="{FF2B5EF4-FFF2-40B4-BE49-F238E27FC236}">
                  <a16:creationId xmlns:a16="http://schemas.microsoft.com/office/drawing/2014/main" id="{0AD55843-6992-C386-D207-8E83BEF14927}"/>
                </a:ext>
              </a:extLst>
            </p:cNvPr>
            <p:cNvSpPr/>
            <p:nvPr userDrawn="1"/>
          </p:nvSpPr>
          <p:spPr>
            <a:xfrm>
              <a:off x="1542252" y="6267834"/>
              <a:ext cx="612000" cy="306000"/>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150"/>
                </a:spcBef>
                <a:spcAft>
                  <a:spcPts val="150"/>
                </a:spcAft>
              </a:pPr>
              <a:endParaRPr lang="nl-NL" sz="1200" dirty="0" err="1"/>
            </a:p>
          </p:txBody>
        </p:sp>
        <p:sp>
          <p:nvSpPr>
            <p:cNvPr id="48" name="Graphic 42">
              <a:extLst>
                <a:ext uri="{FF2B5EF4-FFF2-40B4-BE49-F238E27FC236}">
                  <a16:creationId xmlns:a16="http://schemas.microsoft.com/office/drawing/2014/main" id="{94E73A1A-838E-6ED9-7DD5-73D56D2B2BDD}"/>
                </a:ext>
              </a:extLst>
            </p:cNvPr>
            <p:cNvSpPr/>
            <p:nvPr/>
          </p:nvSpPr>
          <p:spPr>
            <a:xfrm>
              <a:off x="1790728" y="6378998"/>
              <a:ext cx="115048" cy="83672"/>
            </a:xfrm>
            <a:custGeom>
              <a:avLst/>
              <a:gdLst>
                <a:gd name="connsiteX0" fmla="*/ 4410863 w 4470356"/>
                <a:gd name="connsiteY0" fmla="*/ 1479441 h 3251199"/>
                <a:gd name="connsiteX1" fmla="*/ 2988462 w 4470356"/>
                <a:gd name="connsiteY1" fmla="*/ 57041 h 3251199"/>
                <a:gd name="connsiteX2" fmla="*/ 2701138 w 4470356"/>
                <a:gd name="connsiteY2" fmla="*/ 62035 h 3251199"/>
                <a:gd name="connsiteX3" fmla="*/ 2701138 w 4470356"/>
                <a:gd name="connsiteY3" fmla="*/ 344366 h 3251199"/>
                <a:gd name="connsiteX4" fmla="*/ 3776675 w 4470356"/>
                <a:gd name="connsiteY4" fmla="*/ 1419903 h 3251199"/>
                <a:gd name="connsiteX5" fmla="*/ 203200 w 4470356"/>
                <a:gd name="connsiteY5" fmla="*/ 1419903 h 3251199"/>
                <a:gd name="connsiteX6" fmla="*/ 0 w 4470356"/>
                <a:gd name="connsiteY6" fmla="*/ 1623103 h 3251199"/>
                <a:gd name="connsiteX7" fmla="*/ 203200 w 4470356"/>
                <a:gd name="connsiteY7" fmla="*/ 1826303 h 3251199"/>
                <a:gd name="connsiteX8" fmla="*/ 3776675 w 4470356"/>
                <a:gd name="connsiteY8" fmla="*/ 1826303 h 3251199"/>
                <a:gd name="connsiteX9" fmla="*/ 2701138 w 4470356"/>
                <a:gd name="connsiteY9" fmla="*/ 2901841 h 3251199"/>
                <a:gd name="connsiteX10" fmla="*/ 2696144 w 4470356"/>
                <a:gd name="connsiteY10" fmla="*/ 3189165 h 3251199"/>
                <a:gd name="connsiteX11" fmla="*/ 2983469 w 4470356"/>
                <a:gd name="connsiteY11" fmla="*/ 3194159 h 3251199"/>
                <a:gd name="connsiteX12" fmla="*/ 2988462 w 4470356"/>
                <a:gd name="connsiteY12" fmla="*/ 3189165 h 3251199"/>
                <a:gd name="connsiteX13" fmla="*/ 4410863 w 4470356"/>
                <a:gd name="connsiteY13" fmla="*/ 1766766 h 3251199"/>
                <a:gd name="connsiteX14" fmla="*/ 4410863 w 4470356"/>
                <a:gd name="connsiteY14" fmla="*/ 1479441 h 3251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0356" h="3251199">
                  <a:moveTo>
                    <a:pt x="4410863" y="1479441"/>
                  </a:moveTo>
                  <a:lnTo>
                    <a:pt x="2988462" y="57041"/>
                  </a:lnTo>
                  <a:cubicBezTo>
                    <a:pt x="2907741" y="-20923"/>
                    <a:pt x="2779101" y="-18687"/>
                    <a:pt x="2701138" y="62035"/>
                  </a:cubicBezTo>
                  <a:cubicBezTo>
                    <a:pt x="2625083" y="140779"/>
                    <a:pt x="2625083" y="265621"/>
                    <a:pt x="2701138" y="344366"/>
                  </a:cubicBezTo>
                  <a:lnTo>
                    <a:pt x="3776675" y="1419903"/>
                  </a:lnTo>
                  <a:lnTo>
                    <a:pt x="203200" y="1419903"/>
                  </a:lnTo>
                  <a:cubicBezTo>
                    <a:pt x="90976" y="1419903"/>
                    <a:pt x="0" y="1510879"/>
                    <a:pt x="0" y="1623103"/>
                  </a:cubicBezTo>
                  <a:cubicBezTo>
                    <a:pt x="0" y="1735328"/>
                    <a:pt x="90976" y="1826303"/>
                    <a:pt x="203200" y="1826303"/>
                  </a:cubicBezTo>
                  <a:lnTo>
                    <a:pt x="3776675" y="1826303"/>
                  </a:lnTo>
                  <a:lnTo>
                    <a:pt x="2701138" y="2901841"/>
                  </a:lnTo>
                  <a:cubicBezTo>
                    <a:pt x="2620416" y="2979804"/>
                    <a:pt x="2618180" y="3108444"/>
                    <a:pt x="2696144" y="3189165"/>
                  </a:cubicBezTo>
                  <a:cubicBezTo>
                    <a:pt x="2774107" y="3269887"/>
                    <a:pt x="2902747" y="3272123"/>
                    <a:pt x="2983469" y="3194159"/>
                  </a:cubicBezTo>
                  <a:cubicBezTo>
                    <a:pt x="2985162" y="3192524"/>
                    <a:pt x="2986827" y="3190859"/>
                    <a:pt x="2988462" y="3189165"/>
                  </a:cubicBezTo>
                  <a:lnTo>
                    <a:pt x="4410863" y="1766766"/>
                  </a:lnTo>
                  <a:cubicBezTo>
                    <a:pt x="4490189" y="1687416"/>
                    <a:pt x="4490189" y="1558790"/>
                    <a:pt x="4410863" y="1479441"/>
                  </a:cubicBezTo>
                  <a:close/>
                </a:path>
              </a:pathLst>
            </a:custGeom>
            <a:solidFill>
              <a:schemeClr val="accent2"/>
            </a:solidFill>
            <a:ln w="203200" cap="flat">
              <a:noFill/>
              <a:prstDash val="solid"/>
              <a:miter/>
            </a:ln>
          </p:spPr>
          <p:txBody>
            <a:bodyPr rtlCol="0" anchor="ctr"/>
            <a:lstStyle/>
            <a:p>
              <a:endParaRPr lang="nl-NL" sz="1350"/>
            </a:p>
          </p:txBody>
        </p:sp>
      </p:grpSp>
      <p:grpSp>
        <p:nvGrpSpPr>
          <p:cNvPr id="6" name="Groep 5">
            <a:extLst>
              <a:ext uri="{FF2B5EF4-FFF2-40B4-BE49-F238E27FC236}">
                <a16:creationId xmlns:a16="http://schemas.microsoft.com/office/drawing/2014/main" id="{D7D44B5F-8229-276B-33C2-7ADD4FC560DA}"/>
              </a:ext>
            </a:extLst>
          </p:cNvPr>
          <p:cNvGrpSpPr/>
          <p:nvPr userDrawn="1"/>
        </p:nvGrpSpPr>
        <p:grpSpPr>
          <a:xfrm>
            <a:off x="-4748" y="-25637"/>
            <a:ext cx="2499827" cy="2440591"/>
            <a:chOff x="-4749" y="-25637"/>
            <a:chExt cx="2499827" cy="2440591"/>
          </a:xfrm>
        </p:grpSpPr>
        <p:pic>
          <p:nvPicPr>
            <p:cNvPr id="4" name="Afbeelding 3" descr="Afbeelding met Graphics, logo, schermopname, Lettertype&#10;&#10;Automatisch gegenereerde beschrijving">
              <a:extLst>
                <a:ext uri="{FF2B5EF4-FFF2-40B4-BE49-F238E27FC236}">
                  <a16:creationId xmlns:a16="http://schemas.microsoft.com/office/drawing/2014/main" id="{A6C6B69E-967D-CCA7-35E5-93F12A6BAC5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749" y="-25637"/>
              <a:ext cx="2499827" cy="2440591"/>
            </a:xfrm>
            <a:prstGeom prst="rect">
              <a:avLst/>
            </a:prstGeom>
          </p:spPr>
        </p:pic>
        <p:pic>
          <p:nvPicPr>
            <p:cNvPr id="5" name="Afbeelding 4" descr="Afbeelding met Graphics, logo, schermopname, Lettertype&#10;&#10;Automatisch gegenereerde beschrijving">
              <a:extLst>
                <a:ext uri="{FF2B5EF4-FFF2-40B4-BE49-F238E27FC236}">
                  <a16:creationId xmlns:a16="http://schemas.microsoft.com/office/drawing/2014/main" id="{63C4A297-D90B-16FC-536A-C5EA17C2C426}"/>
                </a:ext>
              </a:extLst>
            </p:cNvPr>
            <p:cNvPicPr>
              <a:picLocks noChangeAspect="1"/>
            </p:cNvPicPr>
            <p:nvPr userDrawn="1"/>
          </p:nvPicPr>
          <p:blipFill rotWithShape="1">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t="49857"/>
            <a:stretch/>
          </p:blipFill>
          <p:spPr>
            <a:xfrm>
              <a:off x="-4749" y="1191172"/>
              <a:ext cx="2499827" cy="1223782"/>
            </a:xfrm>
            <a:prstGeom prst="rect">
              <a:avLst/>
            </a:prstGeom>
          </p:spPr>
        </p:pic>
      </p:grpSp>
      <p:sp>
        <p:nvSpPr>
          <p:cNvPr id="7" name="Rechthoek: afgeronde hoeken 6">
            <a:hlinkClick r:id="" action="ppaction://hlinkshowjump?jump=previousslide"/>
            <a:extLst>
              <a:ext uri="{FF2B5EF4-FFF2-40B4-BE49-F238E27FC236}">
                <a16:creationId xmlns:a16="http://schemas.microsoft.com/office/drawing/2014/main" id="{611CAE95-9AA8-A4A1-72C1-960EBA49B0F3}"/>
              </a:ext>
            </a:extLst>
          </p:cNvPr>
          <p:cNvSpPr/>
          <p:nvPr userDrawn="1"/>
        </p:nvSpPr>
        <p:spPr>
          <a:xfrm flipH="1">
            <a:off x="250769" y="6078640"/>
            <a:ext cx="612000" cy="306000"/>
          </a:xfrm>
          <a:prstGeom prst="roundRect">
            <a:avLst>
              <a:gd name="adj" fmla="val 50000"/>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dirty="0" err="1"/>
          </a:p>
        </p:txBody>
      </p:sp>
      <p:sp>
        <p:nvSpPr>
          <p:cNvPr id="8" name="Rechthoek: afgeronde hoeken 7">
            <a:hlinkClick r:id="" action="ppaction://hlinkshowjump?jump=nextslide"/>
            <a:extLst>
              <a:ext uri="{FF2B5EF4-FFF2-40B4-BE49-F238E27FC236}">
                <a16:creationId xmlns:a16="http://schemas.microsoft.com/office/drawing/2014/main" id="{B81AB811-C656-0534-C5BE-51E8DFD316F0}"/>
              </a:ext>
            </a:extLst>
          </p:cNvPr>
          <p:cNvSpPr/>
          <p:nvPr userDrawn="1"/>
        </p:nvSpPr>
        <p:spPr>
          <a:xfrm flipH="1">
            <a:off x="1622369" y="6078640"/>
            <a:ext cx="612000" cy="306000"/>
          </a:xfrm>
          <a:prstGeom prst="roundRect">
            <a:avLst>
              <a:gd name="adj" fmla="val 50000"/>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dirty="0" err="1"/>
          </a:p>
        </p:txBody>
      </p:sp>
      <p:sp>
        <p:nvSpPr>
          <p:cNvPr id="10" name="Rechthoek: afgeronde hoeken 9">
            <a:extLst>
              <a:ext uri="{FF2B5EF4-FFF2-40B4-BE49-F238E27FC236}">
                <a16:creationId xmlns:a16="http://schemas.microsoft.com/office/drawing/2014/main" id="{06D60AD7-DDEF-5633-CF87-7EC89EC07514}"/>
              </a:ext>
            </a:extLst>
          </p:cNvPr>
          <p:cNvSpPr/>
          <p:nvPr userDrawn="1"/>
        </p:nvSpPr>
        <p:spPr>
          <a:xfrm>
            <a:off x="2736863" y="255600"/>
            <a:ext cx="9199536" cy="6346800"/>
          </a:xfrm>
          <a:prstGeom prst="roundRect">
            <a:avLst>
              <a:gd name="adj" fmla="val 5080"/>
            </a:avLst>
          </a:prstGeom>
          <a:solidFill>
            <a:srgbClr val="F0F8F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lnSpc>
                <a:spcPct val="90000"/>
              </a:lnSpc>
              <a:spcBef>
                <a:spcPts val="150"/>
              </a:spcBef>
              <a:spcAft>
                <a:spcPts val="150"/>
              </a:spcAft>
            </a:pPr>
            <a:endParaRPr lang="nl-NL" sz="1200" dirty="0" err="1"/>
          </a:p>
        </p:txBody>
      </p:sp>
      <p:sp>
        <p:nvSpPr>
          <p:cNvPr id="2" name="Tijdelijke aanduiding voor titel 1">
            <a:extLst>
              <a:ext uri="{FF2B5EF4-FFF2-40B4-BE49-F238E27FC236}">
                <a16:creationId xmlns:a16="http://schemas.microsoft.com/office/drawing/2014/main" id="{219B37A3-82F2-45D5-868F-F00F93F6E7B3}"/>
              </a:ext>
            </a:extLst>
          </p:cNvPr>
          <p:cNvSpPr>
            <a:spLocks noGrp="1"/>
          </p:cNvSpPr>
          <p:nvPr userDrawn="1">
            <p:ph type="title"/>
          </p:nvPr>
        </p:nvSpPr>
        <p:spPr>
          <a:xfrm>
            <a:off x="3196631" y="719138"/>
            <a:ext cx="8280000" cy="266000"/>
          </a:xfrm>
          <a:prstGeom prst="rect">
            <a:avLst/>
          </a:prstGeom>
        </p:spPr>
        <p:txBody>
          <a:bodyPr vert="horz" wrap="square" lIns="0" tIns="0" rIns="0" bIns="306000" rtlCol="0" anchor="t">
            <a:noAutofit/>
          </a:bodyPr>
          <a:lstStyle/>
          <a:p>
            <a:r>
              <a:rPr lang="nl-NL" noProof="0" dirty="0"/>
              <a:t>Plaats hier je titel</a:t>
            </a:r>
          </a:p>
        </p:txBody>
      </p:sp>
      <p:sp>
        <p:nvSpPr>
          <p:cNvPr id="3" name="Tijdelijke aanduiding voor tekst 2">
            <a:extLst>
              <a:ext uri="{FF2B5EF4-FFF2-40B4-BE49-F238E27FC236}">
                <a16:creationId xmlns:a16="http://schemas.microsoft.com/office/drawing/2014/main" id="{061B9A90-182E-49A3-8BF5-04F32288137B}"/>
              </a:ext>
            </a:extLst>
          </p:cNvPr>
          <p:cNvSpPr>
            <a:spLocks noGrp="1"/>
          </p:cNvSpPr>
          <p:nvPr userDrawn="1">
            <p:ph type="body" idx="1"/>
          </p:nvPr>
        </p:nvSpPr>
        <p:spPr>
          <a:xfrm>
            <a:off x="3196631" y="1131341"/>
            <a:ext cx="8280000" cy="4790034"/>
          </a:xfrm>
          <a:prstGeom prst="rect">
            <a:avLst/>
          </a:prstGeom>
        </p:spPr>
        <p:txBody>
          <a:bodyPr vert="horz" lIns="0" tIns="0" rIns="0" bIns="0" rtlCol="0">
            <a:noAutofit/>
          </a:bodyPr>
          <a:lstStyle/>
          <a:p>
            <a:pPr lvl="0"/>
            <a:r>
              <a:rPr lang="nl-NL" noProof="0" dirty="0" err="1"/>
              <a:t>Bullet</a:t>
            </a:r>
            <a:endParaRPr lang="nl-NL" noProof="0" dirty="0"/>
          </a:p>
          <a:p>
            <a:pPr lvl="1"/>
            <a:r>
              <a:rPr lang="nl-NL" noProof="0" dirty="0"/>
              <a:t>Sub-</a:t>
            </a:r>
            <a:r>
              <a:rPr lang="nl-NL" noProof="0" dirty="0" err="1"/>
              <a:t>bullet</a:t>
            </a:r>
            <a:r>
              <a:rPr lang="nl-NL" noProof="0" dirty="0"/>
              <a:t> </a:t>
            </a:r>
          </a:p>
          <a:p>
            <a:pPr lvl="2"/>
            <a:r>
              <a:rPr lang="nl-NL" noProof="0" dirty="0"/>
              <a:t>Platte tekst</a:t>
            </a:r>
            <a:br>
              <a:rPr lang="nl-NL" noProof="0" dirty="0"/>
            </a:br>
            <a:endParaRPr lang="nl-NL" noProof="0" dirty="0"/>
          </a:p>
          <a:p>
            <a:pPr lvl="3"/>
            <a:r>
              <a:rPr lang="nl-NL" noProof="0" dirty="0"/>
              <a:t>Titel / quote</a:t>
            </a:r>
          </a:p>
          <a:p>
            <a:pPr lvl="4"/>
            <a:r>
              <a:rPr lang="nl-NL" noProof="0" dirty="0"/>
              <a:t>Subtitel groen</a:t>
            </a:r>
          </a:p>
          <a:p>
            <a:pPr lvl="5"/>
            <a:r>
              <a:rPr lang="nl-NL" noProof="0" dirty="0"/>
              <a:t>Subtitel blauw</a:t>
            </a:r>
          </a:p>
          <a:p>
            <a:pPr lvl="5"/>
            <a:endParaRPr lang="nl-NL" noProof="0" dirty="0"/>
          </a:p>
          <a:p>
            <a:pPr lvl="6"/>
            <a:r>
              <a:rPr lang="nl-NL" noProof="0" dirty="0"/>
              <a:t>Numerieke bullet</a:t>
            </a:r>
          </a:p>
          <a:p>
            <a:pPr lvl="7"/>
            <a:r>
              <a:rPr lang="nl-NL" noProof="0" dirty="0"/>
              <a:t>Alfabetische bullet </a:t>
            </a:r>
          </a:p>
          <a:p>
            <a:pPr lvl="8"/>
            <a:br>
              <a:rPr lang="nl-NL" noProof="0" dirty="0"/>
            </a:br>
            <a:r>
              <a:rPr lang="nl-NL" noProof="0" dirty="0"/>
              <a:t>Bronvermelding</a:t>
            </a:r>
          </a:p>
        </p:txBody>
      </p:sp>
    </p:spTree>
    <p:extLst>
      <p:ext uri="{BB962C8B-B14F-4D97-AF65-F5344CB8AC3E}">
        <p14:creationId xmlns:p14="http://schemas.microsoft.com/office/powerpoint/2010/main" val="293349447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11" r:id="rId4"/>
    <p:sldLayoutId id="2147483720" r:id="rId5"/>
    <p:sldLayoutId id="2147483709" r:id="rId6"/>
    <p:sldLayoutId id="2147483721" r:id="rId7"/>
  </p:sldLayoutIdLst>
  <p:hf hdr="0" ftr="0" dt="0"/>
  <p:txStyles>
    <p:titleStyle>
      <a:lvl1pPr algn="l" defTabSz="914400" rtl="0" eaLnBrk="1" latinLnBrk="0" hangingPunct="1">
        <a:lnSpc>
          <a:spcPct val="90000"/>
        </a:lnSpc>
        <a:spcBef>
          <a:spcPct val="0"/>
        </a:spcBef>
        <a:buNone/>
        <a:defRPr sz="2200" b="1" kern="1200">
          <a:solidFill>
            <a:schemeClr val="tx2"/>
          </a:solidFill>
          <a:latin typeface="+mj-lt"/>
          <a:ea typeface="+mj-ea"/>
          <a:cs typeface="+mj-cs"/>
        </a:defRPr>
      </a:lvl1pPr>
    </p:titleStyle>
    <p:bodyStyle>
      <a:lvl1pPr marL="176213" indent="-176213" algn="l" defTabSz="914400" rtl="0" eaLnBrk="1" latinLnBrk="0" hangingPunct="1">
        <a:lnSpc>
          <a:spcPts val="1300"/>
        </a:lnSpc>
        <a:spcBef>
          <a:spcPts val="0"/>
        </a:spcBef>
        <a:spcAft>
          <a:spcPts val="0"/>
        </a:spcAft>
        <a:buClr>
          <a:schemeClr val="accent3"/>
        </a:buClr>
        <a:buFont typeface="IBM Plex Sans" panose="020B0503050203000203" pitchFamily="34" charset="0"/>
        <a:buChar char="•"/>
        <a:defRPr sz="900" kern="2000" spc="0" baseline="0">
          <a:solidFill>
            <a:schemeClr val="tx2"/>
          </a:solidFill>
          <a:latin typeface="+mj-lt"/>
          <a:ea typeface="+mn-ea"/>
          <a:cs typeface="+mn-cs"/>
        </a:defRPr>
      </a:lvl1pPr>
      <a:lvl2pPr marL="360363" indent="-184150" algn="l" defTabSz="914400" rtl="0" eaLnBrk="1" latinLnBrk="0" hangingPunct="1">
        <a:lnSpc>
          <a:spcPts val="1300"/>
        </a:lnSpc>
        <a:spcBef>
          <a:spcPts val="0"/>
        </a:spcBef>
        <a:spcAft>
          <a:spcPts val="0"/>
        </a:spcAft>
        <a:buClr>
          <a:schemeClr val="accent1"/>
        </a:buClr>
        <a:buFont typeface="IBM Plex Sans" panose="020B0503050203000203" pitchFamily="34" charset="0"/>
        <a:buChar char="•"/>
        <a:tabLst>
          <a:tab pos="360363" algn="l"/>
        </a:tabLst>
        <a:defRPr sz="900" kern="0">
          <a:solidFill>
            <a:schemeClr val="tx2"/>
          </a:solidFill>
          <a:latin typeface="+mj-lt"/>
          <a:ea typeface="+mn-ea"/>
          <a:cs typeface="+mn-cs"/>
        </a:defRPr>
      </a:lvl2pPr>
      <a:lvl3pPr marL="0" indent="0" algn="l" defTabSz="914400" rtl="0" eaLnBrk="1" latinLnBrk="0" hangingPunct="1">
        <a:lnSpc>
          <a:spcPts val="1300"/>
        </a:lnSpc>
        <a:spcBef>
          <a:spcPts val="0"/>
        </a:spcBef>
        <a:spcAft>
          <a:spcPts val="0"/>
        </a:spcAft>
        <a:buClr>
          <a:schemeClr val="accent3"/>
        </a:buClr>
        <a:buFont typeface="IBM Plex Sans" panose="020B0503050203000203" pitchFamily="34" charset="0"/>
        <a:buNone/>
        <a:defRPr sz="900" kern="0">
          <a:solidFill>
            <a:schemeClr val="tx2"/>
          </a:solidFill>
          <a:latin typeface="+mj-lt"/>
          <a:ea typeface="+mn-ea"/>
          <a:cs typeface="+mn-cs"/>
        </a:defRPr>
      </a:lvl3pPr>
      <a:lvl4pPr marL="0" indent="0" algn="l" defTabSz="914400" rtl="0" eaLnBrk="1" latinLnBrk="0" hangingPunct="1">
        <a:lnSpc>
          <a:spcPts val="2200"/>
        </a:lnSpc>
        <a:spcBef>
          <a:spcPts val="0"/>
        </a:spcBef>
        <a:spcAft>
          <a:spcPts val="0"/>
        </a:spcAft>
        <a:buFont typeface="IBM Plex Sans" panose="020B0503050203000203" pitchFamily="34" charset="0"/>
        <a:buNone/>
        <a:defRPr sz="2200" b="1" kern="1200" baseline="0">
          <a:solidFill>
            <a:schemeClr val="tx2"/>
          </a:solidFill>
          <a:latin typeface="+mj-lt"/>
          <a:ea typeface="+mn-ea"/>
          <a:cs typeface="+mn-cs"/>
        </a:defRPr>
      </a:lvl4pPr>
      <a:lvl5pPr marL="0" indent="0" algn="l" defTabSz="914400" rtl="0" eaLnBrk="1" latinLnBrk="0" hangingPunct="1">
        <a:lnSpc>
          <a:spcPts val="1300"/>
        </a:lnSpc>
        <a:spcBef>
          <a:spcPts val="0"/>
        </a:spcBef>
        <a:spcAft>
          <a:spcPts val="0"/>
        </a:spcAft>
        <a:buFont typeface="IBM Plex Sans" panose="020B0503050203000203" pitchFamily="34" charset="0"/>
        <a:buNone/>
        <a:defRPr sz="900" b="1" kern="0" cap="all" baseline="0">
          <a:solidFill>
            <a:schemeClr val="accent2"/>
          </a:solidFill>
          <a:latin typeface="+mj-lt"/>
          <a:ea typeface="+mn-ea"/>
          <a:cs typeface="+mn-cs"/>
        </a:defRPr>
      </a:lvl5pPr>
      <a:lvl6pPr marL="0" indent="0" algn="l" defTabSz="914400" rtl="0" eaLnBrk="1" latinLnBrk="0" hangingPunct="1">
        <a:lnSpc>
          <a:spcPts val="1300"/>
        </a:lnSpc>
        <a:spcBef>
          <a:spcPts val="0"/>
        </a:spcBef>
        <a:spcAft>
          <a:spcPts val="0"/>
        </a:spcAft>
        <a:buClr>
          <a:schemeClr val="accent1"/>
        </a:buClr>
        <a:buFont typeface="IBM Plex Sans" panose="020B0503050203000203" pitchFamily="34" charset="0"/>
        <a:buNone/>
        <a:defRPr sz="900" b="1" kern="0" cap="all" baseline="0">
          <a:solidFill>
            <a:schemeClr val="tx2"/>
          </a:solidFill>
          <a:latin typeface="+mj-lt"/>
          <a:ea typeface="+mn-ea"/>
          <a:cs typeface="+mn-cs"/>
        </a:defRPr>
      </a:lvl6pPr>
      <a:lvl7pPr marL="176213" indent="-176213" algn="l" defTabSz="914400" rtl="0" eaLnBrk="1" latinLnBrk="0" hangingPunct="1">
        <a:lnSpc>
          <a:spcPts val="1300"/>
        </a:lnSpc>
        <a:spcBef>
          <a:spcPts val="0"/>
        </a:spcBef>
        <a:spcAft>
          <a:spcPts val="0"/>
        </a:spcAft>
        <a:buClr>
          <a:schemeClr val="accent2"/>
        </a:buClr>
        <a:buFont typeface="+mj-lt"/>
        <a:buAutoNum type="arabicPeriod"/>
        <a:tabLst/>
        <a:defRPr sz="900" kern="0">
          <a:solidFill>
            <a:schemeClr val="tx2"/>
          </a:solidFill>
          <a:latin typeface="+mn-lt"/>
          <a:ea typeface="+mn-ea"/>
          <a:cs typeface="+mn-cs"/>
        </a:defRPr>
      </a:lvl7pPr>
      <a:lvl8pPr marL="176213" indent="-176213" algn="l" defTabSz="914400" rtl="0" eaLnBrk="1" latinLnBrk="0" hangingPunct="1">
        <a:lnSpc>
          <a:spcPts val="1300"/>
        </a:lnSpc>
        <a:spcBef>
          <a:spcPts val="0"/>
        </a:spcBef>
        <a:spcAft>
          <a:spcPts val="0"/>
        </a:spcAft>
        <a:buClr>
          <a:schemeClr val="accent2"/>
        </a:buClr>
        <a:buFont typeface="+mj-lt"/>
        <a:buAutoNum type="alphaLcPeriod"/>
        <a:defRPr sz="900" kern="0">
          <a:solidFill>
            <a:schemeClr val="tx2"/>
          </a:solidFill>
          <a:latin typeface="+mn-lt"/>
          <a:ea typeface="+mn-ea"/>
          <a:cs typeface="+mn-cs"/>
        </a:defRPr>
      </a:lvl8pPr>
      <a:lvl9pPr marL="0" indent="0" algn="l" defTabSz="914400" rtl="0" eaLnBrk="1" latinLnBrk="0" hangingPunct="1">
        <a:lnSpc>
          <a:spcPts val="1300"/>
        </a:lnSpc>
        <a:spcBef>
          <a:spcPts val="0"/>
        </a:spcBef>
        <a:spcAft>
          <a:spcPts val="0"/>
        </a:spcAft>
        <a:buClr>
          <a:schemeClr val="accent1"/>
        </a:buClr>
        <a:buFont typeface="IBM Plex Sans" panose="020B0503050203000203" pitchFamily="34" charset="0"/>
        <a:buNone/>
        <a:defRPr sz="900" i="1" kern="0">
          <a:solidFill>
            <a:schemeClr val="tx2"/>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563" userDrawn="1">
          <p15:clr>
            <a:srgbClr val="5ACBF0"/>
          </p15:clr>
        </p15:guide>
        <p15:guide id="6" pos="7519" userDrawn="1">
          <p15:clr>
            <a:srgbClr val="5ACBF0"/>
          </p15:clr>
        </p15:guide>
        <p15:guide id="9" orient="horz" pos="453" userDrawn="1">
          <p15:clr>
            <a:srgbClr val="5ACBF0"/>
          </p15:clr>
        </p15:guide>
        <p15:guide id="10" orient="horz" pos="4024" userDrawn="1">
          <p15:clr>
            <a:srgbClr val="5ACBF0"/>
          </p15:clr>
        </p15:guide>
        <p15:guide id="13" pos="7680" userDrawn="1">
          <p15:clr>
            <a:srgbClr val="F26B43"/>
          </p15:clr>
        </p15:guide>
        <p15:guide id="14" orient="horz" pos="4320" userDrawn="1">
          <p15:clr>
            <a:srgbClr val="F26B43"/>
          </p15:clr>
        </p15:guide>
        <p15:guide id="16" userDrawn="1">
          <p15:clr>
            <a:srgbClr val="F26B43"/>
          </p15:clr>
        </p15:guide>
        <p15:guide id="17" orient="horz" userDrawn="1">
          <p15:clr>
            <a:srgbClr val="F26B43"/>
          </p15:clr>
        </p15:guide>
        <p15:guide id="18" pos="1724" userDrawn="1">
          <p15:clr>
            <a:srgbClr val="5ACBF0"/>
          </p15:clr>
        </p15:guide>
        <p15:guide id="19" pos="157" userDrawn="1">
          <p15:clr>
            <a:srgbClr val="5ACBF0"/>
          </p15:clr>
        </p15:guide>
        <p15:guide id="20" pos="1403" userDrawn="1">
          <p15:clr>
            <a:srgbClr val="5ACBF0"/>
          </p15:clr>
        </p15:guide>
        <p15:guide id="21" pos="2015" userDrawn="1">
          <p15:clr>
            <a:srgbClr val="A4A3A4"/>
          </p15:clr>
        </p15:guide>
        <p15:guide id="22" pos="7232" userDrawn="1">
          <p15:clr>
            <a:srgbClr val="A4A3A4"/>
          </p15:clr>
        </p15:guide>
        <p15:guide id="23" orient="horz" pos="712" userDrawn="1">
          <p15:clr>
            <a:srgbClr val="A4A3A4"/>
          </p15:clr>
        </p15:guide>
        <p15:guide id="24" orient="horz" pos="3729" userDrawn="1">
          <p15:clr>
            <a:srgbClr val="A4A3A4"/>
          </p15:clr>
        </p15:guide>
        <p15:guide id="25" orient="horz" pos="583" userDrawn="1">
          <p15:clr>
            <a:srgbClr val="A4A3A4"/>
          </p15:clr>
        </p15:guide>
        <p15:guide id="26" orient="horz" pos="890"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4.xml"/><Relationship Id="rId7" Type="http://schemas.openxmlformats.org/officeDocument/2006/relationships/slide" Target="slide15.xml"/><Relationship Id="rId12" Type="http://schemas.openxmlformats.org/officeDocument/2006/relationships/slide" Target="slide2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slide" Target="slide8.xml"/><Relationship Id="rId11" Type="http://schemas.openxmlformats.org/officeDocument/2006/relationships/slide" Target="slide20.xml"/><Relationship Id="rId5" Type="http://schemas.openxmlformats.org/officeDocument/2006/relationships/slide" Target="slide6.xml"/><Relationship Id="rId10" Type="http://schemas.openxmlformats.org/officeDocument/2006/relationships/slide" Target="slide18.xml"/><Relationship Id="rId4" Type="http://schemas.openxmlformats.org/officeDocument/2006/relationships/slide" Target="slide5.xml"/><Relationship Id="rId9" Type="http://schemas.openxmlformats.org/officeDocument/2006/relationships/slide" Target="slide17.xml"/><Relationship Id="rId14" Type="http://schemas.openxmlformats.org/officeDocument/2006/relationships/slide" Target="slide23.xml"/></Relationships>
</file>

<file path=ppt/slides/_rels/slide4.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15.xml"/><Relationship Id="rId12" Type="http://schemas.openxmlformats.org/officeDocument/2006/relationships/slide" Target="slide2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slide" Target="slide8.xml"/><Relationship Id="rId11" Type="http://schemas.openxmlformats.org/officeDocument/2006/relationships/slide" Target="slide20.xml"/><Relationship Id="rId5" Type="http://schemas.openxmlformats.org/officeDocument/2006/relationships/slide" Target="slide6.xml"/><Relationship Id="rId10" Type="http://schemas.openxmlformats.org/officeDocument/2006/relationships/slide" Target="slide18.xml"/><Relationship Id="rId4" Type="http://schemas.openxmlformats.org/officeDocument/2006/relationships/slide" Target="slide5.xml"/><Relationship Id="rId9" Type="http://schemas.openxmlformats.org/officeDocument/2006/relationships/slide" Target="slide17.xml"/><Relationship Id="rId14" Type="http://schemas.openxmlformats.org/officeDocument/2006/relationships/slide" Target="slide23.xml"/></Relationships>
</file>

<file path=ppt/slides/_rels/slide5.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15.xml"/><Relationship Id="rId12" Type="http://schemas.openxmlformats.org/officeDocument/2006/relationships/slide" Target="slide2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8.xml"/><Relationship Id="rId11" Type="http://schemas.openxmlformats.org/officeDocument/2006/relationships/slide" Target="slide20.xml"/><Relationship Id="rId5" Type="http://schemas.openxmlformats.org/officeDocument/2006/relationships/slide" Target="slide6.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7.xml"/><Relationship Id="rId14" Type="http://schemas.openxmlformats.org/officeDocument/2006/relationships/slide" Target="slide23.xml"/></Relationships>
</file>

<file path=ppt/slides/_rels/slide6.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15.xml"/><Relationship Id="rId12" Type="http://schemas.openxmlformats.org/officeDocument/2006/relationships/slide" Target="slide2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slide" Target="slide8.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7.xml"/><Relationship Id="rId14" Type="http://schemas.openxmlformats.org/officeDocument/2006/relationships/slide" Target="slide23.xml"/></Relationships>
</file>

<file path=ppt/slides/_rels/slide7.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8.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15.xml"/><Relationship Id="rId12" Type="http://schemas.openxmlformats.org/officeDocument/2006/relationships/slide" Target="slide21.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7.xml"/><Relationship Id="rId14" Type="http://schemas.openxmlformats.org/officeDocument/2006/relationships/slide" Target="slide23.xml"/></Relationships>
</file>

<file path=ppt/slides/_rels/slide9.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0.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1.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2.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3.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4.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15.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7.xml"/><Relationship Id="rId14" Type="http://schemas.openxmlformats.org/officeDocument/2006/relationships/slide" Target="slide23.xml"/></Relationships>
</file>

<file path=ppt/slides/_rels/slide16.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7.xml"/><Relationship Id="rId14" Type="http://schemas.openxmlformats.org/officeDocument/2006/relationships/slide" Target="slide23.xml"/></Relationships>
</file>

<file path=ppt/slides/_rels/slide17.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8.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3.xml"/></Relationships>
</file>

<file path=ppt/slides/_rels/slide18.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20.xml"/><Relationship Id="rId5" Type="http://schemas.openxmlformats.org/officeDocument/2006/relationships/slide" Target="slide5.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3.xml"/></Relationships>
</file>

<file path=ppt/slides/_rels/slide19.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5" Type="http://schemas.openxmlformats.org/officeDocument/2006/relationships/slide" Target="slide23.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2.xml"/></Relationships>
</file>

<file path=ppt/slides/_rels/slide20.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1.xml"/><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3.xml"/></Relationships>
</file>

<file path=ppt/slides/_rels/slide21.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3.xml"/></Relationships>
</file>

<file path=ppt/slides/_rels/slide22.xml.rels><?xml version="1.0" encoding="UTF-8" standalone="yes"?>
<Relationships xmlns="http://schemas.openxmlformats.org/package/2006/relationships"><Relationship Id="rId8" Type="http://schemas.openxmlformats.org/officeDocument/2006/relationships/slide" Target="slide15.xml"/><Relationship Id="rId13" Type="http://schemas.openxmlformats.org/officeDocument/2006/relationships/slide" Target="slide21.xml"/><Relationship Id="rId3" Type="http://schemas.openxmlformats.org/officeDocument/2006/relationships/slide" Target="slide3.xml"/><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slide" Target="slide6.xml"/><Relationship Id="rId11" Type="http://schemas.openxmlformats.org/officeDocument/2006/relationships/slide" Target="slide18.xml"/><Relationship Id="rId5" Type="http://schemas.openxmlformats.org/officeDocument/2006/relationships/slide" Target="slide5.xml"/><Relationship Id="rId10" Type="http://schemas.openxmlformats.org/officeDocument/2006/relationships/slide" Target="slide17.xml"/><Relationship Id="rId4" Type="http://schemas.openxmlformats.org/officeDocument/2006/relationships/slide" Target="slide4.xml"/><Relationship Id="rId9" Type="http://schemas.openxmlformats.org/officeDocument/2006/relationships/slide" Target="slide16.xml"/><Relationship Id="rId14" Type="http://schemas.openxmlformats.org/officeDocument/2006/relationships/slide" Target="slide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5E58E77B-5ADB-C4DD-2B10-B1D09A5CCFF9}"/>
              </a:ext>
            </a:extLst>
          </p:cNvPr>
          <p:cNvSpPr>
            <a:spLocks noGrp="1"/>
          </p:cNvSpPr>
          <p:nvPr>
            <p:ph type="ctrTitle"/>
          </p:nvPr>
        </p:nvSpPr>
        <p:spPr>
          <a:xfrm>
            <a:off x="707538" y="827034"/>
            <a:ext cx="9882070" cy="543995"/>
          </a:xfrm>
        </p:spPr>
        <p:txBody>
          <a:bodyPr/>
          <a:lstStyle/>
          <a:p>
            <a:r>
              <a:rPr lang="nl-NL" sz="4400" noProof="0" dirty="0"/>
              <a:t>Titel van de presentatie</a:t>
            </a:r>
            <a:endParaRPr lang="nl-NL" sz="4400" dirty="0"/>
          </a:p>
        </p:txBody>
      </p:sp>
      <p:sp>
        <p:nvSpPr>
          <p:cNvPr id="12" name="Ondertitel 11">
            <a:extLst>
              <a:ext uri="{FF2B5EF4-FFF2-40B4-BE49-F238E27FC236}">
                <a16:creationId xmlns:a16="http://schemas.microsoft.com/office/drawing/2014/main" id="{6FB49D47-C263-0E24-2D6D-948ECA6B63D8}"/>
              </a:ext>
            </a:extLst>
          </p:cNvPr>
          <p:cNvSpPr>
            <a:spLocks noGrp="1"/>
          </p:cNvSpPr>
          <p:nvPr>
            <p:ph type="subTitle" idx="1"/>
          </p:nvPr>
        </p:nvSpPr>
        <p:spPr>
          <a:xfrm>
            <a:off x="707539" y="1717455"/>
            <a:ext cx="9882069" cy="615553"/>
          </a:xfrm>
        </p:spPr>
        <p:txBody>
          <a:bodyPr/>
          <a:lstStyle/>
          <a:p>
            <a:r>
              <a:rPr lang="nl-NL" sz="2000" b="0" i="1" noProof="0" dirty="0"/>
              <a:t>…</a:t>
            </a:r>
          </a:p>
          <a:p>
            <a:r>
              <a:rPr lang="nl-NL" sz="2000" b="0" i="1" noProof="0"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9D85A-590B-A9C6-23CB-DAFB731ED021}"/>
            </a:ext>
          </a:extLst>
        </p:cNvPr>
        <p:cNvGrpSpPr/>
        <p:nvPr/>
      </p:nvGrpSpPr>
      <p:grpSpPr>
        <a:xfrm>
          <a:off x="0" y="0"/>
          <a:ext cx="0" cy="0"/>
          <a:chOff x="0" y="0"/>
          <a:chExt cx="0" cy="0"/>
        </a:xfrm>
      </p:grpSpPr>
      <p:pic>
        <p:nvPicPr>
          <p:cNvPr id="4" name="Afbeelding 3" descr="Afbeelding met Graphics, Kleurrijkheid, grafische vormgeving, schermopname  Automatisch gegenereerde beschrijving">
            <a:extLst>
              <a:ext uri="{FF2B5EF4-FFF2-40B4-BE49-F238E27FC236}">
                <a16:creationId xmlns:a16="http://schemas.microsoft.com/office/drawing/2014/main" id="{398B3361-4179-CD37-59C8-FED08B97F5AC}"/>
              </a:ext>
            </a:extLst>
          </p:cNvPr>
          <p:cNvPicPr/>
          <p:nvPr/>
        </p:nvPicPr>
        <p:blipFill rotWithShape="1">
          <a:blip r:embed="rId2" cstate="print">
            <a:extLst>
              <a:ext uri="{28A0092B-C50C-407E-A947-70E740481C1C}">
                <a14:useLocalDpi xmlns:a14="http://schemas.microsoft.com/office/drawing/2010/main" val="0"/>
              </a:ext>
            </a:extLst>
          </a:blip>
          <a:srcRect r="33670" b="17995"/>
          <a:stretch/>
        </p:blipFill>
        <p:spPr>
          <a:xfrm>
            <a:off x="10591800" y="4613337"/>
            <a:ext cx="1600200" cy="2244664"/>
          </a:xfrm>
          <a:prstGeom prst="rect">
            <a:avLst/>
          </a:prstGeom>
        </p:spPr>
      </p:pic>
      <p:sp>
        <p:nvSpPr>
          <p:cNvPr id="3" name="object 2">
            <a:extLst>
              <a:ext uri="{FF2B5EF4-FFF2-40B4-BE49-F238E27FC236}">
                <a16:creationId xmlns:a16="http://schemas.microsoft.com/office/drawing/2014/main" id="{DAD951FC-BA07-8205-D6A8-8FBBE511C3AD}"/>
              </a:ext>
            </a:extLst>
          </p:cNvPr>
          <p:cNvSpPr txBox="1"/>
          <p:nvPr/>
        </p:nvSpPr>
        <p:spPr>
          <a:xfrm>
            <a:off x="2510887" y="1224451"/>
            <a:ext cx="7170226" cy="473196"/>
          </a:xfrm>
          <a:prstGeom prst="rect">
            <a:avLst/>
          </a:prstGeom>
        </p:spPr>
        <p:txBody>
          <a:bodyPr vert="horz" wrap="square" lIns="0" tIns="11420" rIns="0" bIns="0" rtlCol="0">
            <a:spAutoFit/>
          </a:bodyPr>
          <a:lstStyle>
            <a:lvl1pPr>
              <a:defRPr sz="4497" b="1" i="0">
                <a:solidFill>
                  <a:schemeClr val="bg1"/>
                </a:solidFill>
                <a:latin typeface="Blacker Pro Display Extrabold"/>
                <a:ea typeface="+mj-ea"/>
                <a:cs typeface="Blacker Pro Display Extrabold"/>
              </a:defRPr>
            </a:lvl1pPr>
          </a:lstStyle>
          <a:p>
            <a:pPr marL="11421" algn="ctr">
              <a:spcBef>
                <a:spcPts val="90"/>
              </a:spcBef>
            </a:pPr>
            <a:r>
              <a:rPr lang="nl-NL" sz="3000" dirty="0">
                <a:solidFill>
                  <a:srgbClr val="101D4E"/>
                </a:solidFill>
              </a:rPr>
              <a:t>Visser &amp; Visser</a:t>
            </a:r>
            <a:endParaRPr lang="en-US" sz="3000" dirty="0">
              <a:solidFill>
                <a:srgbClr val="101D4E"/>
              </a:solidFill>
            </a:endParaRPr>
          </a:p>
        </p:txBody>
      </p:sp>
      <p:sp>
        <p:nvSpPr>
          <p:cNvPr id="7" name="Tijdelijke aanduiding voor tekst 6">
            <a:extLst>
              <a:ext uri="{FF2B5EF4-FFF2-40B4-BE49-F238E27FC236}">
                <a16:creationId xmlns:a16="http://schemas.microsoft.com/office/drawing/2014/main" id="{84C4CCA5-0036-E8CF-424F-692A65DD4054}"/>
              </a:ext>
            </a:extLst>
          </p:cNvPr>
          <p:cNvSpPr>
            <a:spLocks noGrp="1"/>
          </p:cNvSpPr>
          <p:nvPr>
            <p:ph type="body" sz="quarter" idx="14"/>
          </p:nvPr>
        </p:nvSpPr>
        <p:spPr/>
        <p:txBody>
          <a:bodyPr/>
          <a:lstStyle/>
          <a:p>
            <a:endParaRPr lang="nl-NL"/>
          </a:p>
        </p:txBody>
      </p:sp>
      <p:sp>
        <p:nvSpPr>
          <p:cNvPr id="11" name="Tijdelijke aanduiding voor tekst 10">
            <a:extLst>
              <a:ext uri="{FF2B5EF4-FFF2-40B4-BE49-F238E27FC236}">
                <a16:creationId xmlns:a16="http://schemas.microsoft.com/office/drawing/2014/main" id="{3515C8FC-93A7-71D9-C9D1-08818E168533}"/>
              </a:ext>
            </a:extLst>
          </p:cNvPr>
          <p:cNvSpPr>
            <a:spLocks noGrp="1"/>
          </p:cNvSpPr>
          <p:nvPr>
            <p:ph type="body" sz="quarter" idx="18"/>
          </p:nvPr>
        </p:nvSpPr>
        <p:spPr/>
        <p:txBody>
          <a:bodyPr/>
          <a:lstStyle/>
          <a:p>
            <a:endParaRPr lang="nl-NL"/>
          </a:p>
        </p:txBody>
      </p:sp>
      <p:sp>
        <p:nvSpPr>
          <p:cNvPr id="10" name="Tijdelijke aanduiding voor tekst 9">
            <a:extLst>
              <a:ext uri="{FF2B5EF4-FFF2-40B4-BE49-F238E27FC236}">
                <a16:creationId xmlns:a16="http://schemas.microsoft.com/office/drawing/2014/main" id="{0779F2E4-4A68-4E31-2E0D-D87918327A56}"/>
              </a:ext>
            </a:extLst>
          </p:cNvPr>
          <p:cNvSpPr>
            <a:spLocks noGrp="1"/>
          </p:cNvSpPr>
          <p:nvPr>
            <p:ph type="body" sz="quarter" idx="17"/>
          </p:nvPr>
        </p:nvSpPr>
        <p:spPr/>
        <p:txBody>
          <a:bodyPr/>
          <a:lstStyle/>
          <a:p>
            <a:endParaRPr lang="nl-NL"/>
          </a:p>
        </p:txBody>
      </p:sp>
      <p:sp>
        <p:nvSpPr>
          <p:cNvPr id="9" name="Tijdelijke aanduiding voor tekst 8">
            <a:extLst>
              <a:ext uri="{FF2B5EF4-FFF2-40B4-BE49-F238E27FC236}">
                <a16:creationId xmlns:a16="http://schemas.microsoft.com/office/drawing/2014/main" id="{0EB42174-3F03-7FB5-9204-B990C222DDF4}"/>
              </a:ext>
            </a:extLst>
          </p:cNvPr>
          <p:cNvSpPr>
            <a:spLocks noGrp="1"/>
          </p:cNvSpPr>
          <p:nvPr>
            <p:ph type="body" sz="quarter" idx="16"/>
          </p:nvPr>
        </p:nvSpPr>
        <p:spPr/>
        <p:txBody>
          <a:bodyPr/>
          <a:lstStyle/>
          <a:p>
            <a:endParaRPr lang="nl-NL" dirty="0"/>
          </a:p>
        </p:txBody>
      </p:sp>
      <p:sp>
        <p:nvSpPr>
          <p:cNvPr id="12" name="Tijdelijke aanduiding voor tekst 11">
            <a:extLst>
              <a:ext uri="{FF2B5EF4-FFF2-40B4-BE49-F238E27FC236}">
                <a16:creationId xmlns:a16="http://schemas.microsoft.com/office/drawing/2014/main" id="{8B6E5610-75CC-E0F2-9581-D460E9EA9147}"/>
              </a:ext>
            </a:extLst>
          </p:cNvPr>
          <p:cNvSpPr>
            <a:spLocks noGrp="1"/>
          </p:cNvSpPr>
          <p:nvPr>
            <p:ph type="body" sz="quarter" idx="19"/>
          </p:nvPr>
        </p:nvSpPr>
        <p:spPr/>
        <p:txBody>
          <a:bodyPr/>
          <a:lstStyle/>
          <a:p>
            <a:endParaRPr lang="nl-NL"/>
          </a:p>
        </p:txBody>
      </p:sp>
      <p:sp>
        <p:nvSpPr>
          <p:cNvPr id="8" name="Tijdelijke aanduiding voor tekst 7">
            <a:extLst>
              <a:ext uri="{FF2B5EF4-FFF2-40B4-BE49-F238E27FC236}">
                <a16:creationId xmlns:a16="http://schemas.microsoft.com/office/drawing/2014/main" id="{BA5BBD36-2498-B44B-77AC-C9100ECA7372}"/>
              </a:ext>
            </a:extLst>
          </p:cNvPr>
          <p:cNvSpPr>
            <a:spLocks noGrp="1"/>
          </p:cNvSpPr>
          <p:nvPr>
            <p:ph type="body" sz="quarter" idx="15"/>
          </p:nvPr>
        </p:nvSpPr>
        <p:spPr/>
        <p:txBody>
          <a:bodyPr/>
          <a:lstStyle/>
          <a:p>
            <a:endParaRPr lang="nl-NL"/>
          </a:p>
        </p:txBody>
      </p:sp>
      <p:sp>
        <p:nvSpPr>
          <p:cNvPr id="35" name="Rechthoek 34">
            <a:extLst>
              <a:ext uri="{FF2B5EF4-FFF2-40B4-BE49-F238E27FC236}">
                <a16:creationId xmlns:a16="http://schemas.microsoft.com/office/drawing/2014/main" id="{F9585BB8-86B8-8490-BF2E-A89E73BFCF8E}"/>
              </a:ext>
            </a:extLst>
          </p:cNvPr>
          <p:cNvSpPr/>
          <p:nvPr/>
        </p:nvSpPr>
        <p:spPr>
          <a:xfrm>
            <a:off x="4192693" y="5953760"/>
            <a:ext cx="3759200" cy="6299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pPr>
            <a:endParaRPr lang="nl-NL" sz="1600" dirty="0" err="1">
              <a:solidFill>
                <a:srgbClr val="FFFFFF"/>
              </a:solidFill>
            </a:endParaRPr>
          </a:p>
        </p:txBody>
      </p:sp>
      <p:sp>
        <p:nvSpPr>
          <p:cNvPr id="5" name="Rounded Rectangle 902">
            <a:extLst>
              <a:ext uri="{FF2B5EF4-FFF2-40B4-BE49-F238E27FC236}">
                <a16:creationId xmlns:a16="http://schemas.microsoft.com/office/drawing/2014/main" id="{D07A966B-4FD8-FF4A-744C-6E00E2D55DF9}"/>
              </a:ext>
            </a:extLst>
          </p:cNvPr>
          <p:cNvSpPr/>
          <p:nvPr/>
        </p:nvSpPr>
        <p:spPr>
          <a:xfrm>
            <a:off x="1956008" y="4293318"/>
            <a:ext cx="2625882" cy="170078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ounded Rectangle 903">
            <a:extLst>
              <a:ext uri="{FF2B5EF4-FFF2-40B4-BE49-F238E27FC236}">
                <a16:creationId xmlns:a16="http://schemas.microsoft.com/office/drawing/2014/main" id="{0B5E0067-2BB1-558F-6FC0-AD036851089F}"/>
              </a:ext>
            </a:extLst>
          </p:cNvPr>
          <p:cNvSpPr/>
          <p:nvPr/>
        </p:nvSpPr>
        <p:spPr>
          <a:xfrm>
            <a:off x="2175464" y="453106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904">
            <a:extLst>
              <a:ext uri="{FF2B5EF4-FFF2-40B4-BE49-F238E27FC236}">
                <a16:creationId xmlns:a16="http://schemas.microsoft.com/office/drawing/2014/main" id="{26E16C4A-2B5E-2C9F-4F01-4B6064FE7C60}"/>
              </a:ext>
            </a:extLst>
          </p:cNvPr>
          <p:cNvSpPr txBox="1"/>
          <p:nvPr/>
        </p:nvSpPr>
        <p:spPr>
          <a:xfrm>
            <a:off x="2175464" y="4695654"/>
            <a:ext cx="2186970" cy="226600"/>
          </a:xfrm>
          <a:prstGeom prst="rect">
            <a:avLst/>
          </a:prstGeom>
          <a:noFill/>
        </p:spPr>
        <p:txBody>
          <a:bodyPr wrap="square" lIns="0" tIns="0" rIns="0" bIns="0">
            <a:spAutoFit/>
          </a:bodyPr>
          <a:lstStyle/>
          <a:p>
            <a:pPr algn="l">
              <a:lnSpc>
                <a:spcPct val="112000"/>
              </a:lnSpc>
              <a:spcBef>
                <a:spcPts val="0"/>
              </a:spcBef>
              <a:spcAft>
                <a:spcPts val="0"/>
              </a:spcAft>
            </a:pPr>
            <a:r>
              <a:rPr lang="nl-NL" sz="1400" b="1" dirty="0">
                <a:solidFill>
                  <a:srgbClr val="101D4F"/>
                </a:solidFill>
                <a:latin typeface="IBM Plex Sans"/>
              </a:rPr>
              <a:t>…</a:t>
            </a:r>
          </a:p>
        </p:txBody>
      </p:sp>
      <p:sp>
        <p:nvSpPr>
          <p:cNvPr id="17" name="TextBox 905">
            <a:extLst>
              <a:ext uri="{FF2B5EF4-FFF2-40B4-BE49-F238E27FC236}">
                <a16:creationId xmlns:a16="http://schemas.microsoft.com/office/drawing/2014/main" id="{8A939877-84CE-ACD3-0A33-DCFBCC41DC1E}"/>
              </a:ext>
            </a:extLst>
          </p:cNvPr>
          <p:cNvSpPr txBox="1"/>
          <p:nvPr/>
        </p:nvSpPr>
        <p:spPr>
          <a:xfrm>
            <a:off x="2175464" y="5024838"/>
            <a:ext cx="2186970" cy="16434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a:t>
            </a:r>
          </a:p>
        </p:txBody>
      </p:sp>
      <p:sp>
        <p:nvSpPr>
          <p:cNvPr id="19" name="Rounded Rectangle 906">
            <a:extLst>
              <a:ext uri="{FF2B5EF4-FFF2-40B4-BE49-F238E27FC236}">
                <a16:creationId xmlns:a16="http://schemas.microsoft.com/office/drawing/2014/main" id="{CD0CA7BF-B96C-21C4-C5E0-0CF55E94B975}"/>
              </a:ext>
            </a:extLst>
          </p:cNvPr>
          <p:cNvSpPr/>
          <p:nvPr/>
        </p:nvSpPr>
        <p:spPr>
          <a:xfrm>
            <a:off x="4783059" y="4293318"/>
            <a:ext cx="2625882" cy="170078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ounded Rectangle 907">
            <a:extLst>
              <a:ext uri="{FF2B5EF4-FFF2-40B4-BE49-F238E27FC236}">
                <a16:creationId xmlns:a16="http://schemas.microsoft.com/office/drawing/2014/main" id="{9CCDC3FA-FF45-33EE-F3ED-ECD9B48C0029}"/>
              </a:ext>
            </a:extLst>
          </p:cNvPr>
          <p:cNvSpPr/>
          <p:nvPr/>
        </p:nvSpPr>
        <p:spPr>
          <a:xfrm>
            <a:off x="5002515" y="453106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908">
            <a:extLst>
              <a:ext uri="{FF2B5EF4-FFF2-40B4-BE49-F238E27FC236}">
                <a16:creationId xmlns:a16="http://schemas.microsoft.com/office/drawing/2014/main" id="{DD30E8CA-AD92-845F-618A-8736B70E8BC2}"/>
              </a:ext>
            </a:extLst>
          </p:cNvPr>
          <p:cNvSpPr txBox="1"/>
          <p:nvPr/>
        </p:nvSpPr>
        <p:spPr>
          <a:xfrm>
            <a:off x="5002515" y="4695654"/>
            <a:ext cx="2186970" cy="226600"/>
          </a:xfrm>
          <a:prstGeom prst="rect">
            <a:avLst/>
          </a:prstGeom>
          <a:noFill/>
        </p:spPr>
        <p:txBody>
          <a:bodyPr wrap="square" lIns="0" tIns="0" rIns="0" bIns="0">
            <a:spAutoFit/>
          </a:bodyPr>
          <a:lstStyle/>
          <a:p>
            <a:pPr algn="l">
              <a:lnSpc>
                <a:spcPct val="112000"/>
              </a:lnSpc>
              <a:spcBef>
                <a:spcPts val="0"/>
              </a:spcBef>
              <a:spcAft>
                <a:spcPts val="0"/>
              </a:spcAft>
            </a:pPr>
            <a:r>
              <a:rPr lang="nl-NL" sz="1400" b="1" dirty="0">
                <a:solidFill>
                  <a:srgbClr val="101D4F"/>
                </a:solidFill>
                <a:latin typeface="IBM Plex Sans"/>
              </a:rPr>
              <a:t>…</a:t>
            </a:r>
          </a:p>
        </p:txBody>
      </p:sp>
      <p:sp>
        <p:nvSpPr>
          <p:cNvPr id="25" name="TextBox 909">
            <a:extLst>
              <a:ext uri="{FF2B5EF4-FFF2-40B4-BE49-F238E27FC236}">
                <a16:creationId xmlns:a16="http://schemas.microsoft.com/office/drawing/2014/main" id="{CD8125DD-45D5-7A8A-0C50-7F8E5F76D787}"/>
              </a:ext>
            </a:extLst>
          </p:cNvPr>
          <p:cNvSpPr txBox="1"/>
          <p:nvPr/>
        </p:nvSpPr>
        <p:spPr>
          <a:xfrm>
            <a:off x="5002515" y="5024838"/>
            <a:ext cx="2186970" cy="16434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a:t>
            </a:r>
          </a:p>
        </p:txBody>
      </p:sp>
      <p:sp>
        <p:nvSpPr>
          <p:cNvPr id="27" name="Rounded Rectangle 910">
            <a:extLst>
              <a:ext uri="{FF2B5EF4-FFF2-40B4-BE49-F238E27FC236}">
                <a16:creationId xmlns:a16="http://schemas.microsoft.com/office/drawing/2014/main" id="{1D57F774-22B9-D5AB-3D25-8CC5801E7272}"/>
              </a:ext>
            </a:extLst>
          </p:cNvPr>
          <p:cNvSpPr/>
          <p:nvPr/>
        </p:nvSpPr>
        <p:spPr>
          <a:xfrm>
            <a:off x="7610109" y="4293318"/>
            <a:ext cx="2625882" cy="170078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ounded Rectangle 911">
            <a:extLst>
              <a:ext uri="{FF2B5EF4-FFF2-40B4-BE49-F238E27FC236}">
                <a16:creationId xmlns:a16="http://schemas.microsoft.com/office/drawing/2014/main" id="{AAFC101C-FBFA-6F3E-B485-C1150E267EE9}"/>
              </a:ext>
            </a:extLst>
          </p:cNvPr>
          <p:cNvSpPr/>
          <p:nvPr/>
        </p:nvSpPr>
        <p:spPr>
          <a:xfrm>
            <a:off x="7829565" y="453106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912">
            <a:extLst>
              <a:ext uri="{FF2B5EF4-FFF2-40B4-BE49-F238E27FC236}">
                <a16:creationId xmlns:a16="http://schemas.microsoft.com/office/drawing/2014/main" id="{223CD5AF-B26F-2B06-DAD9-384CDE45EFF6}"/>
              </a:ext>
            </a:extLst>
          </p:cNvPr>
          <p:cNvSpPr txBox="1"/>
          <p:nvPr/>
        </p:nvSpPr>
        <p:spPr>
          <a:xfrm>
            <a:off x="7829565" y="4695654"/>
            <a:ext cx="2186970" cy="226600"/>
          </a:xfrm>
          <a:prstGeom prst="rect">
            <a:avLst/>
          </a:prstGeom>
          <a:noFill/>
        </p:spPr>
        <p:txBody>
          <a:bodyPr wrap="square" lIns="0" tIns="0" rIns="0" bIns="0">
            <a:spAutoFit/>
          </a:bodyPr>
          <a:lstStyle/>
          <a:p>
            <a:pPr algn="l">
              <a:lnSpc>
                <a:spcPct val="112000"/>
              </a:lnSpc>
              <a:spcBef>
                <a:spcPts val="0"/>
              </a:spcBef>
              <a:spcAft>
                <a:spcPts val="0"/>
              </a:spcAft>
            </a:pPr>
            <a:r>
              <a:rPr lang="nl-NL" sz="1400" b="1" dirty="0">
                <a:solidFill>
                  <a:srgbClr val="101D4F"/>
                </a:solidFill>
                <a:latin typeface="IBM Plex Sans"/>
              </a:rPr>
              <a:t>…</a:t>
            </a:r>
          </a:p>
        </p:txBody>
      </p:sp>
      <p:sp>
        <p:nvSpPr>
          <p:cNvPr id="33" name="TextBox 913">
            <a:extLst>
              <a:ext uri="{FF2B5EF4-FFF2-40B4-BE49-F238E27FC236}">
                <a16:creationId xmlns:a16="http://schemas.microsoft.com/office/drawing/2014/main" id="{56EAC08A-A659-1BBD-7FEC-247DB706E68C}"/>
              </a:ext>
            </a:extLst>
          </p:cNvPr>
          <p:cNvSpPr txBox="1"/>
          <p:nvPr/>
        </p:nvSpPr>
        <p:spPr>
          <a:xfrm>
            <a:off x="7829565" y="5024838"/>
            <a:ext cx="2186970" cy="16434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a:t>
            </a:r>
          </a:p>
        </p:txBody>
      </p:sp>
    </p:spTree>
    <p:extLst>
      <p:ext uri="{BB962C8B-B14F-4D97-AF65-F5344CB8AC3E}">
        <p14:creationId xmlns:p14="http://schemas.microsoft.com/office/powerpoint/2010/main" val="124535084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dirty="0">
                <a:solidFill>
                  <a:srgbClr val="101D4F"/>
                </a:solidFill>
                <a:latin typeface="IBM Plex Sans"/>
              </a:rPr>
              <a:t>….</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FFFFFF"/>
                </a:solidFill>
                <a:latin typeface="IBM Plex Mono"/>
              </a:rPr>
              <a:t> 1  Hoofdstuk</a:t>
            </a:r>
          </a:p>
          <a:p>
            <a:pPr algn="l">
              <a:lnSpc>
                <a:spcPct val="100000"/>
              </a:lnSpc>
              <a:spcBef>
                <a:spcPts val="0"/>
              </a:spcBef>
              <a:spcAft>
                <a:spcPts val="650"/>
              </a:spcAft>
            </a:pPr>
            <a:r>
              <a:rPr lang="nl-NL" sz="900" b="1" u="none" noProof="1">
                <a:solidFill>
                  <a:srgbClr val="717A98"/>
                </a:solidFill>
                <a:latin typeface="IBM Plex Mono"/>
                <a:hlinkClick r:id="rId3" action="ppaction://hlinksldjump"/>
              </a:rPr>
              <a:t> 2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3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4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5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6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3}" type="slidenum">
              <a:rPr lang="nl-NL" sz="675">
                <a:solidFill>
                  <a:srgbClr val="FFFFFF"/>
                </a:solidFill>
                <a:latin typeface="IBM Plex Sans"/>
              </a:rPr>
              <a:t>3</a:t>
            </a:fld>
            <a:endParaRPr lang="nl-NL" sz="675"/>
          </a:p>
        </p:txBody>
      </p:sp>
      <p:sp>
        <p:nvSpPr>
          <p:cNvPr id="901" name="TextBox 900"/>
          <p:cNvSpPr txBox="1"/>
          <p:nvPr/>
        </p:nvSpPr>
        <p:spPr>
          <a:xfrm>
            <a:off x="3196559" y="1627632"/>
            <a:ext cx="2743200"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LABEL BLOK</a:t>
            </a:r>
          </a:p>
        </p:txBody>
      </p:sp>
      <p:sp>
        <p:nvSpPr>
          <p:cNvPr id="902" name="Rounded Rectangle 901"/>
          <p:cNvSpPr/>
          <p:nvPr/>
        </p:nvSpPr>
        <p:spPr>
          <a:xfrm>
            <a:off x="3196559" y="1847088"/>
            <a:ext cx="4030263"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Rounded Rectangle 902"/>
          <p:cNvSpPr/>
          <p:nvPr/>
        </p:nvSpPr>
        <p:spPr>
          <a:xfrm>
            <a:off x="3416015" y="208483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4" name="TextBox 903"/>
          <p:cNvSpPr txBox="1"/>
          <p:nvPr/>
        </p:nvSpPr>
        <p:spPr>
          <a:xfrm>
            <a:off x="3416015" y="2249424"/>
            <a:ext cx="3591351" cy="237744"/>
          </a:xfrm>
          <a:prstGeom prst="rect">
            <a:avLst/>
          </a:prstGeom>
          <a:noFill/>
        </p:spPr>
        <p:txBody>
          <a:bodyPr wrap="square" lIns="0" tIns="0" rIns="0" bIns="0">
            <a:spAutoFit/>
          </a:bodyPr>
          <a:lstStyle/>
          <a:p>
            <a:pPr algn="l">
              <a:lnSpc>
                <a:spcPct val="116000"/>
              </a:lnSpc>
              <a:spcBef>
                <a:spcPts val="0"/>
              </a:spcBef>
              <a:spcAft>
                <a:spcPts val="0"/>
              </a:spcAft>
            </a:pPr>
            <a:r>
              <a:rPr lang="nl-NL" sz="1250" b="1">
                <a:solidFill>
                  <a:srgbClr val="101D4F"/>
                </a:solidFill>
                <a:latin typeface="IBM Plex Sans"/>
              </a:rPr>
              <a:t>Kop blok</a:t>
            </a:r>
          </a:p>
        </p:txBody>
      </p:sp>
      <p:sp>
        <p:nvSpPr>
          <p:cNvPr id="905" name="TextBox 904"/>
          <p:cNvSpPr txBox="1"/>
          <p:nvPr/>
        </p:nvSpPr>
        <p:spPr>
          <a:xfrm>
            <a:off x="3416015" y="2560320"/>
            <a:ext cx="3591351" cy="582724"/>
          </a:xfrm>
          <a:prstGeom prst="rect">
            <a:avLst/>
          </a:prstGeom>
          <a:noFill/>
        </p:spPr>
        <p:txBody>
          <a:bodyPr wrap="square" lIns="0" tIns="0" rIns="0" bIns="0">
            <a:spAutoFit/>
          </a:bodyPr>
          <a:lstStyle/>
          <a:p>
            <a:pPr algn="l">
              <a:lnSpc>
                <a:spcPct val="130000"/>
              </a:lnSpc>
              <a:spcBef>
                <a:spcPts val="0"/>
              </a:spcBef>
              <a:spcAft>
                <a:spcPts val="0"/>
              </a:spcAft>
            </a:pPr>
            <a:r>
              <a:rPr lang="nl-NL" sz="1000" b="0" dirty="0" err="1">
                <a:solidFill>
                  <a:srgbClr val="343B52"/>
                </a:solidFill>
                <a:latin typeface="IBM Plex Sans"/>
              </a:rPr>
              <a:t>Hier komt een korte toelichting op dit onderdeel. Beschrijf in een paar zinnen de kern, de onderbouwing en wat dit. </a:t>
            </a:r>
            <a:r>
              <a:rPr lang="nl-NL" sz="1000" dirty="0">
                <a:solidFill>
                  <a:srgbClr val="343B52"/>
                </a:solidFill>
                <a:latin typeface="IBM Plex Sans"/>
              </a:rPr>
              <a:t>kop van het blok </a:t>
            </a:r>
            <a:r>
              <a:rPr lang="nl-NL" sz="1000" b="0" dirty="0">
                <a:solidFill>
                  <a:srgbClr val="343B52"/>
                </a:solidFill>
                <a:latin typeface="IBM Plex Sans"/>
              </a:rPr>
              <a:t>kop blok</a:t>
            </a:r>
          </a:p>
        </p:txBody>
      </p:sp>
      <p:sp>
        <p:nvSpPr>
          <p:cNvPr id="906" name="Rounded Rectangle 905"/>
          <p:cNvSpPr/>
          <p:nvPr/>
        </p:nvSpPr>
        <p:spPr>
          <a:xfrm>
            <a:off x="7446279" y="1847088"/>
            <a:ext cx="4030263"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Rounded Rectangle 906"/>
          <p:cNvSpPr/>
          <p:nvPr/>
        </p:nvSpPr>
        <p:spPr>
          <a:xfrm>
            <a:off x="7665735" y="2084832"/>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7665735" y="2249424"/>
            <a:ext cx="3591351" cy="237744"/>
          </a:xfrm>
          <a:prstGeom prst="rect">
            <a:avLst/>
          </a:prstGeom>
          <a:noFill/>
        </p:spPr>
        <p:txBody>
          <a:bodyPr wrap="square" lIns="0" tIns="0" rIns="0" bIns="0">
            <a:spAutoFit/>
          </a:bodyPr>
          <a:lstStyle/>
          <a:p>
            <a:pPr algn="l">
              <a:lnSpc>
                <a:spcPct val="116000"/>
              </a:lnSpc>
              <a:spcBef>
                <a:spcPts val="0"/>
              </a:spcBef>
              <a:spcAft>
                <a:spcPts val="0"/>
              </a:spcAft>
            </a:pPr>
            <a:r>
              <a:rPr lang="nl-NL" sz="1250" b="1">
                <a:solidFill>
                  <a:srgbClr val="101D4F"/>
                </a:solidFill>
                <a:latin typeface="IBM Plex Sans"/>
              </a:rPr>
              <a:t>Kop blok</a:t>
            </a:r>
          </a:p>
        </p:txBody>
      </p:sp>
      <p:sp>
        <p:nvSpPr>
          <p:cNvPr id="909" name="TextBox 908"/>
          <p:cNvSpPr txBox="1"/>
          <p:nvPr/>
        </p:nvSpPr>
        <p:spPr>
          <a:xfrm>
            <a:off x="7665735" y="2560320"/>
            <a:ext cx="3591351" cy="585216"/>
          </a:xfrm>
          <a:prstGeom prst="rect">
            <a:avLst/>
          </a:prstGeom>
          <a:noFill/>
        </p:spPr>
        <p:txBody>
          <a:bodyPr wrap="square" lIns="0" tIns="0" rIns="0" bIns="0">
            <a:spAutoFit/>
          </a:bodyPr>
          <a:lstStyle/>
          <a:p>
            <a:pPr algn="l">
              <a:lnSpc>
                <a:spcPct val="130000"/>
              </a:lnSpc>
              <a:spcBef>
                <a:spcPts val="0"/>
              </a:spcBef>
              <a:spcAft>
                <a:spcPts val="0"/>
              </a:spcAft>
            </a:pPr>
            <a:r>
              <a:rPr lang="nl-NL" sz="1000" b="0" dirty="0">
                <a:solidFill>
                  <a:srgbClr val="343B52"/>
                </a:solidFill>
                <a:latin typeface="IBM Plex Sans"/>
              </a:rPr>
              <a:t>Hier komt een korte toelichting op dit onderdeel. Beschrijf in een paar zinnen de kern, de onderbouwing en wat dit betekent voor de lezer.</a:t>
            </a:r>
          </a:p>
        </p:txBody>
      </p:sp>
      <p:sp>
        <p:nvSpPr>
          <p:cNvPr id="910" name="Rounded Rectangle 909"/>
          <p:cNvSpPr/>
          <p:nvPr/>
        </p:nvSpPr>
        <p:spPr>
          <a:xfrm>
            <a:off x="3196559" y="3511296"/>
            <a:ext cx="4030263"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1" name="Rounded Rectangle 910"/>
          <p:cNvSpPr/>
          <p:nvPr/>
        </p:nvSpPr>
        <p:spPr>
          <a:xfrm>
            <a:off x="3416015" y="3749039"/>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TextBox 911"/>
          <p:cNvSpPr txBox="1"/>
          <p:nvPr/>
        </p:nvSpPr>
        <p:spPr>
          <a:xfrm>
            <a:off x="3416015" y="3913632"/>
            <a:ext cx="3591351" cy="237744"/>
          </a:xfrm>
          <a:prstGeom prst="rect">
            <a:avLst/>
          </a:prstGeom>
          <a:noFill/>
        </p:spPr>
        <p:txBody>
          <a:bodyPr wrap="square" lIns="0" tIns="0" rIns="0" bIns="0">
            <a:spAutoFit/>
          </a:bodyPr>
          <a:lstStyle/>
          <a:p>
            <a:pPr algn="l">
              <a:lnSpc>
                <a:spcPct val="116000"/>
              </a:lnSpc>
              <a:spcBef>
                <a:spcPts val="0"/>
              </a:spcBef>
              <a:spcAft>
                <a:spcPts val="0"/>
              </a:spcAft>
            </a:pPr>
            <a:r>
              <a:rPr lang="nl-NL" sz="1250" b="1">
                <a:solidFill>
                  <a:srgbClr val="101D4F"/>
                </a:solidFill>
                <a:latin typeface="IBM Plex Sans"/>
              </a:rPr>
              <a:t>Kop van blok</a:t>
            </a:r>
          </a:p>
        </p:txBody>
      </p:sp>
      <p:sp>
        <p:nvSpPr>
          <p:cNvPr id="913" name="TextBox 912"/>
          <p:cNvSpPr txBox="1"/>
          <p:nvPr/>
        </p:nvSpPr>
        <p:spPr>
          <a:xfrm>
            <a:off x="3416015" y="4224528"/>
            <a:ext cx="3591351" cy="582724"/>
          </a:xfrm>
          <a:prstGeom prst="rect">
            <a:avLst/>
          </a:prstGeom>
          <a:noFill/>
        </p:spPr>
        <p:txBody>
          <a:bodyPr wrap="square" lIns="0" tIns="0" rIns="0" bIns="0">
            <a:spAutoFit/>
          </a:bodyPr>
          <a:lstStyle/>
          <a:p>
            <a:pPr algn="l">
              <a:lnSpc>
                <a:spcPct val="130000"/>
              </a:lnSpc>
              <a:spcBef>
                <a:spcPts val="0"/>
              </a:spcBef>
              <a:spcAft>
                <a:spcPts val="0"/>
              </a:spcAft>
            </a:pPr>
            <a:r>
              <a:rPr lang="nl-NL" sz="1000" b="0" dirty="0">
                <a:solidFill>
                  <a:srgbClr val="343B52"/>
                </a:solidFill>
                <a:latin typeface="IBM Plex Sans"/>
              </a:rPr>
              <a:t>Hier komt een korte toelichting op dit onderdeel. Beschrijf in een paar zinnen de kern, de onderbouwing en wat dit.</a:t>
            </a:r>
          </a:p>
        </p:txBody>
      </p:sp>
      <p:sp>
        <p:nvSpPr>
          <p:cNvPr id="914" name="Rounded Rectangle 913"/>
          <p:cNvSpPr/>
          <p:nvPr/>
        </p:nvSpPr>
        <p:spPr>
          <a:xfrm>
            <a:off x="7446279" y="3511296"/>
            <a:ext cx="4030263"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Rounded Rectangle 914"/>
          <p:cNvSpPr/>
          <p:nvPr/>
        </p:nvSpPr>
        <p:spPr>
          <a:xfrm>
            <a:off x="7665735" y="3749039"/>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6" name="TextBox 915"/>
          <p:cNvSpPr txBox="1"/>
          <p:nvPr/>
        </p:nvSpPr>
        <p:spPr>
          <a:xfrm>
            <a:off x="7665735" y="3913632"/>
            <a:ext cx="3591351" cy="237744"/>
          </a:xfrm>
          <a:prstGeom prst="rect">
            <a:avLst/>
          </a:prstGeom>
          <a:noFill/>
        </p:spPr>
        <p:txBody>
          <a:bodyPr wrap="square" lIns="0" tIns="0" rIns="0" bIns="0">
            <a:spAutoFit/>
          </a:bodyPr>
          <a:lstStyle/>
          <a:p>
            <a:pPr algn="l">
              <a:lnSpc>
                <a:spcPct val="116000"/>
              </a:lnSpc>
              <a:spcBef>
                <a:spcPts val="0"/>
              </a:spcBef>
              <a:spcAft>
                <a:spcPts val="0"/>
              </a:spcAft>
            </a:pPr>
            <a:r>
              <a:rPr lang="nl-NL" sz="1250" b="1">
                <a:solidFill>
                  <a:srgbClr val="101D4F"/>
                </a:solidFill>
                <a:latin typeface="IBM Plex Sans"/>
              </a:rPr>
              <a:t>Korte kop van het blok</a:t>
            </a:r>
          </a:p>
        </p:txBody>
      </p:sp>
      <p:sp>
        <p:nvSpPr>
          <p:cNvPr id="917" name="TextBox 916"/>
          <p:cNvSpPr txBox="1"/>
          <p:nvPr/>
        </p:nvSpPr>
        <p:spPr>
          <a:xfrm>
            <a:off x="7665735" y="4224528"/>
            <a:ext cx="3591351" cy="585215"/>
          </a:xfrm>
          <a:prstGeom prst="rect">
            <a:avLst/>
          </a:prstGeom>
          <a:noFill/>
        </p:spPr>
        <p:txBody>
          <a:bodyPr wrap="square" lIns="0" tIns="0" rIns="0" bIns="0">
            <a:spAutoFit/>
          </a:bodyPr>
          <a:lstStyle/>
          <a:p>
            <a:pPr algn="l">
              <a:lnSpc>
                <a:spcPct val="130000"/>
              </a:lnSpc>
              <a:spcBef>
                <a:spcPts val="0"/>
              </a:spcBef>
              <a:spcAft>
                <a:spcPts val="0"/>
              </a:spcAft>
            </a:pPr>
            <a:r>
              <a:rPr lang="nl-NL" sz="1000" b="0">
                <a:solidFill>
                  <a:srgbClr val="343B52"/>
                </a:solidFill>
                <a:latin typeface="IBM Plex Sans"/>
              </a:rPr>
              <a:t>Hier komt een korte toelichting op dit onderdeel. Beschrijf in een paar zinnen de kern, de onderbouwing en wat dit betekent voor de lezer. Houd de.</a:t>
            </a:r>
          </a:p>
        </p:txBody>
      </p:sp>
      <p:sp>
        <p:nvSpPr>
          <p:cNvPr id="918" name="Rounded Rectangle 917"/>
          <p:cNvSpPr/>
          <p:nvPr/>
        </p:nvSpPr>
        <p:spPr>
          <a:xfrm>
            <a:off x="3196559" y="5102352"/>
            <a:ext cx="8279983" cy="749808"/>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TextBox 918"/>
          <p:cNvSpPr txBox="1"/>
          <p:nvPr/>
        </p:nvSpPr>
        <p:spPr>
          <a:xfrm>
            <a:off x="3489167" y="5285232"/>
            <a:ext cx="7694767" cy="402336"/>
          </a:xfrm>
          <a:prstGeom prst="rect">
            <a:avLst/>
          </a:prstGeom>
          <a:noFill/>
        </p:spPr>
        <p:txBody>
          <a:bodyPr wrap="square" lIns="0" tIns="0" rIns="0" bIns="0">
            <a:spAutoFit/>
          </a:bodyPr>
          <a:lstStyle/>
          <a:p>
            <a:pPr algn="l">
              <a:lnSpc>
                <a:spcPct val="120000"/>
              </a:lnSpc>
              <a:spcBef>
                <a:spcPts val="0"/>
              </a:spcBef>
              <a:spcAft>
                <a:spcPts val="0"/>
              </a:spcAft>
            </a:pPr>
            <a:r>
              <a:rPr lang="nl-NL" sz="1150" b="1">
                <a:solidFill>
                  <a:srgbClr val="FFFFFF"/>
                </a:solidFill>
                <a:latin typeface="IBM Plex Sans"/>
              </a:rPr>
              <a:t>Hier komt een korte toelichting op dit onderdeel. Beschrijf in een paar zinnen de kern.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dirty="0">
                <a:solidFill>
                  <a:srgbClr val="101D4F"/>
                </a:solidFill>
                <a:latin typeface="IBM Plex Sans"/>
              </a:rPr>
              <a:t>Titel van de dia met de kernboodschap in één zin</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2  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3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4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5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6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 wat.</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4}" type="slidenum">
              <a:rPr lang="nl-NL" sz="675">
                <a:solidFill>
                  <a:srgbClr val="FFFFFF"/>
                </a:solidFill>
                <a:latin typeface="IBM Plex Sans"/>
              </a:rPr>
              <a:t>4</a:t>
            </a:fld>
            <a:endParaRPr lang="nl-NL" sz="675"/>
          </a:p>
        </p:txBody>
      </p:sp>
      <p:sp>
        <p:nvSpPr>
          <p:cNvPr id="901" name="Rounded Rectangle 900"/>
          <p:cNvSpPr/>
          <p:nvPr/>
        </p:nvSpPr>
        <p:spPr>
          <a:xfrm>
            <a:off x="3196559" y="1700784"/>
            <a:ext cx="4039407" cy="27066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193852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16015" y="2103120"/>
            <a:ext cx="3600495" cy="274320"/>
          </a:xfrm>
          <a:prstGeom prst="rect">
            <a:avLst/>
          </a:prstGeom>
          <a:noFill/>
        </p:spPr>
        <p:txBody>
          <a:bodyPr wrap="square" lIns="0" tIns="0" rIns="0" bIns="0">
            <a:spAutoFit/>
          </a:bodyPr>
          <a:lstStyle/>
          <a:p>
            <a:pPr algn="l">
              <a:lnSpc>
                <a:spcPct val="116000"/>
              </a:lnSpc>
              <a:spcBef>
                <a:spcPts val="0"/>
              </a:spcBef>
              <a:spcAft>
                <a:spcPts val="0"/>
              </a:spcAft>
            </a:pPr>
            <a:r>
              <a:rPr lang="nl-NL" sz="1400" b="1">
                <a:solidFill>
                  <a:srgbClr val="101D4F"/>
                </a:solidFill>
                <a:latin typeface="IBM Plex Sans"/>
              </a:rPr>
              <a:t>Tekst</a:t>
            </a:r>
          </a:p>
        </p:txBody>
      </p:sp>
      <p:sp>
        <p:nvSpPr>
          <p:cNvPr id="904" name="Oval 903"/>
          <p:cNvSpPr/>
          <p:nvPr/>
        </p:nvSpPr>
        <p:spPr>
          <a:xfrm>
            <a:off x="3434303" y="2544226"/>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TextBox 904"/>
          <p:cNvSpPr txBox="1"/>
          <p:nvPr/>
        </p:nvSpPr>
        <p:spPr>
          <a:xfrm>
            <a:off x="3653759" y="2487168"/>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Hier komt een korte toelichting op dit onderdeel.</a:t>
            </a:r>
          </a:p>
        </p:txBody>
      </p:sp>
      <p:sp>
        <p:nvSpPr>
          <p:cNvPr id="906" name="Oval 905"/>
          <p:cNvSpPr/>
          <p:nvPr/>
        </p:nvSpPr>
        <p:spPr>
          <a:xfrm>
            <a:off x="3434303" y="2823118"/>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TextBox 906"/>
          <p:cNvSpPr txBox="1"/>
          <p:nvPr/>
        </p:nvSpPr>
        <p:spPr>
          <a:xfrm>
            <a:off x="3653759" y="2766060"/>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a:solidFill>
                  <a:srgbClr val="343B52"/>
                </a:solidFill>
                <a:latin typeface="IBM Plex Sans"/>
              </a:rPr>
              <a:t>Korte kop met omschrijving van het blok</a:t>
            </a:r>
          </a:p>
        </p:txBody>
      </p:sp>
      <p:sp>
        <p:nvSpPr>
          <p:cNvPr id="908" name="Oval 907"/>
          <p:cNvSpPr/>
          <p:nvPr/>
        </p:nvSpPr>
        <p:spPr>
          <a:xfrm>
            <a:off x="3434303" y="3102010"/>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TextBox 908"/>
          <p:cNvSpPr txBox="1"/>
          <p:nvPr/>
        </p:nvSpPr>
        <p:spPr>
          <a:xfrm>
            <a:off x="3653759" y="3044952"/>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Korte kop van het blok hier</a:t>
            </a:r>
          </a:p>
        </p:txBody>
      </p:sp>
      <p:sp>
        <p:nvSpPr>
          <p:cNvPr id="910" name="Oval 909"/>
          <p:cNvSpPr/>
          <p:nvPr/>
        </p:nvSpPr>
        <p:spPr>
          <a:xfrm>
            <a:off x="3434303" y="3380902"/>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TextBox 910"/>
          <p:cNvSpPr txBox="1"/>
          <p:nvPr/>
        </p:nvSpPr>
        <p:spPr>
          <a:xfrm>
            <a:off x="3653759" y="3323844"/>
            <a:ext cx="3362751" cy="34439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Hier komt een korte toelichting op dit onderdeel.</a:t>
            </a:r>
          </a:p>
        </p:txBody>
      </p:sp>
      <p:sp>
        <p:nvSpPr>
          <p:cNvPr id="912" name="Oval 911"/>
          <p:cNvSpPr/>
          <p:nvPr/>
        </p:nvSpPr>
        <p:spPr>
          <a:xfrm>
            <a:off x="3434303" y="3838102"/>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TextBox 912"/>
          <p:cNvSpPr txBox="1"/>
          <p:nvPr/>
        </p:nvSpPr>
        <p:spPr>
          <a:xfrm>
            <a:off x="3653759" y="3781044"/>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a:solidFill>
                  <a:srgbClr val="343B52"/>
                </a:solidFill>
                <a:latin typeface="IBM Plex Sans"/>
              </a:rPr>
              <a:t>Hier komt een korte toelichting op dit onderdeel.</a:t>
            </a:r>
          </a:p>
        </p:txBody>
      </p:sp>
      <p:sp>
        <p:nvSpPr>
          <p:cNvPr id="914" name="Rounded Rectangle 913"/>
          <p:cNvSpPr/>
          <p:nvPr/>
        </p:nvSpPr>
        <p:spPr>
          <a:xfrm>
            <a:off x="7437135" y="1700784"/>
            <a:ext cx="4039407" cy="27066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Rounded Rectangle 914"/>
          <p:cNvSpPr/>
          <p:nvPr/>
        </p:nvSpPr>
        <p:spPr>
          <a:xfrm>
            <a:off x="7656591" y="193852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6" name="TextBox 915"/>
          <p:cNvSpPr txBox="1"/>
          <p:nvPr/>
        </p:nvSpPr>
        <p:spPr>
          <a:xfrm>
            <a:off x="7656591" y="2103120"/>
            <a:ext cx="3600495" cy="274320"/>
          </a:xfrm>
          <a:prstGeom prst="rect">
            <a:avLst/>
          </a:prstGeom>
          <a:noFill/>
        </p:spPr>
        <p:txBody>
          <a:bodyPr wrap="square" lIns="0" tIns="0" rIns="0" bIns="0">
            <a:spAutoFit/>
          </a:bodyPr>
          <a:lstStyle/>
          <a:p>
            <a:pPr algn="l">
              <a:lnSpc>
                <a:spcPct val="116000"/>
              </a:lnSpc>
              <a:spcBef>
                <a:spcPts val="0"/>
              </a:spcBef>
              <a:spcAft>
                <a:spcPts val="0"/>
              </a:spcAft>
            </a:pPr>
            <a:r>
              <a:rPr lang="nl-NL" sz="1400" b="1">
                <a:solidFill>
                  <a:srgbClr val="101D4F"/>
                </a:solidFill>
                <a:latin typeface="IBM Plex Sans"/>
              </a:rPr>
              <a:t>Kop van blok</a:t>
            </a:r>
          </a:p>
        </p:txBody>
      </p:sp>
      <p:sp>
        <p:nvSpPr>
          <p:cNvPr id="917" name="Oval 916"/>
          <p:cNvSpPr/>
          <p:nvPr/>
        </p:nvSpPr>
        <p:spPr>
          <a:xfrm>
            <a:off x="7674879" y="2544226"/>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8" name="TextBox 917"/>
          <p:cNvSpPr txBox="1"/>
          <p:nvPr/>
        </p:nvSpPr>
        <p:spPr>
          <a:xfrm>
            <a:off x="7894335" y="2487168"/>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a:solidFill>
                  <a:srgbClr val="343B52"/>
                </a:solidFill>
                <a:latin typeface="IBM Plex Sans"/>
              </a:rPr>
              <a:t>Korte kop met omschrijving van het blok</a:t>
            </a:r>
          </a:p>
        </p:txBody>
      </p:sp>
      <p:sp>
        <p:nvSpPr>
          <p:cNvPr id="919" name="Oval 918"/>
          <p:cNvSpPr/>
          <p:nvPr/>
        </p:nvSpPr>
        <p:spPr>
          <a:xfrm>
            <a:off x="7674879" y="2823118"/>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0" name="TextBox 919"/>
          <p:cNvSpPr txBox="1"/>
          <p:nvPr/>
        </p:nvSpPr>
        <p:spPr>
          <a:xfrm>
            <a:off x="7894335" y="2766060"/>
            <a:ext cx="3362751" cy="16434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Korte kop met omschrijving van het blok</a:t>
            </a:r>
            <a:r>
              <a:rPr lang="nl-NL" sz="900" dirty="0">
                <a:solidFill>
                  <a:srgbClr val="343B52"/>
                </a:solidFill>
                <a:latin typeface="IBM Plex Sans"/>
              </a:rPr>
              <a:t>-</a:t>
            </a:r>
            <a:r>
              <a:rPr lang="nl-NL" sz="900" b="0" dirty="0">
                <a:solidFill>
                  <a:srgbClr val="343B52"/>
                </a:solidFill>
                <a:latin typeface="IBM Plex Sans"/>
              </a:rPr>
              <a:t>tekst</a:t>
            </a:r>
          </a:p>
        </p:txBody>
      </p:sp>
      <p:sp>
        <p:nvSpPr>
          <p:cNvPr id="921" name="Oval 920"/>
          <p:cNvSpPr/>
          <p:nvPr/>
        </p:nvSpPr>
        <p:spPr>
          <a:xfrm>
            <a:off x="7674879" y="3102010"/>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2" name="TextBox 921"/>
          <p:cNvSpPr txBox="1"/>
          <p:nvPr/>
        </p:nvSpPr>
        <p:spPr>
          <a:xfrm>
            <a:off x="7894335" y="3044952"/>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a:solidFill>
                  <a:srgbClr val="343B52"/>
                </a:solidFill>
                <a:latin typeface="IBM Plex Sans"/>
              </a:rPr>
              <a:t>Korte kop van het blok hier</a:t>
            </a:r>
          </a:p>
        </p:txBody>
      </p:sp>
      <p:sp>
        <p:nvSpPr>
          <p:cNvPr id="923" name="Oval 922"/>
          <p:cNvSpPr/>
          <p:nvPr/>
        </p:nvSpPr>
        <p:spPr>
          <a:xfrm>
            <a:off x="7674879" y="3380902"/>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TextBox 923"/>
          <p:cNvSpPr txBox="1"/>
          <p:nvPr/>
        </p:nvSpPr>
        <p:spPr>
          <a:xfrm>
            <a:off x="7894335" y="3323844"/>
            <a:ext cx="3362751" cy="164340"/>
          </a:xfrm>
          <a:prstGeom prst="rect">
            <a:avLst/>
          </a:prstGeom>
          <a:noFill/>
        </p:spPr>
        <p:txBody>
          <a:bodyPr wrap="square" lIns="0" tIns="0" rIns="0" bIns="0">
            <a:spAutoFit/>
          </a:bodyPr>
          <a:lstStyle/>
          <a:p>
            <a:pPr algn="l">
              <a:lnSpc>
                <a:spcPct val="130000"/>
              </a:lnSpc>
              <a:spcBef>
                <a:spcPts val="0"/>
              </a:spcBef>
              <a:spcAft>
                <a:spcPts val="0"/>
              </a:spcAft>
            </a:pPr>
            <a:r>
              <a:rPr lang="nl-NL" sz="900" b="0" dirty="0">
                <a:solidFill>
                  <a:srgbClr val="343B52"/>
                </a:solidFill>
                <a:latin typeface="IBM Plex Sans"/>
              </a:rPr>
              <a:t>Hier komt een korte toelichting op dit onderdeel.</a:t>
            </a:r>
          </a:p>
        </p:txBody>
      </p:sp>
      <p:sp>
        <p:nvSpPr>
          <p:cNvPr id="925" name="Oval 924"/>
          <p:cNvSpPr/>
          <p:nvPr/>
        </p:nvSpPr>
        <p:spPr>
          <a:xfrm>
            <a:off x="7674879" y="3659794"/>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TextBox 925"/>
          <p:cNvSpPr txBox="1"/>
          <p:nvPr/>
        </p:nvSpPr>
        <p:spPr>
          <a:xfrm>
            <a:off x="7894335" y="3602735"/>
            <a:ext cx="3362751" cy="196595"/>
          </a:xfrm>
          <a:prstGeom prst="rect">
            <a:avLst/>
          </a:prstGeom>
          <a:noFill/>
        </p:spPr>
        <p:txBody>
          <a:bodyPr wrap="square" lIns="0" tIns="0" rIns="0" bIns="0">
            <a:spAutoFit/>
          </a:bodyPr>
          <a:lstStyle/>
          <a:p>
            <a:pPr algn="l">
              <a:lnSpc>
                <a:spcPct val="130000"/>
              </a:lnSpc>
              <a:spcBef>
                <a:spcPts val="0"/>
              </a:spcBef>
              <a:spcAft>
                <a:spcPts val="0"/>
              </a:spcAft>
            </a:pPr>
            <a:r>
              <a:rPr lang="nl-NL" sz="900" b="0">
                <a:solidFill>
                  <a:srgbClr val="343B52"/>
                </a:solidFill>
                <a:latin typeface="IBM Plex Sans"/>
              </a:rPr>
              <a:t>Korte kop met omschrijving van het blok</a:t>
            </a:r>
          </a:p>
        </p:txBody>
      </p:sp>
      <p:sp>
        <p:nvSpPr>
          <p:cNvPr id="927" name="Rounded Rectangle 926"/>
          <p:cNvSpPr/>
          <p:nvPr/>
        </p:nvSpPr>
        <p:spPr>
          <a:xfrm>
            <a:off x="3196559" y="4626864"/>
            <a:ext cx="8279983" cy="1188720"/>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928" name="TextBox 927"/>
          <p:cNvSpPr txBox="1"/>
          <p:nvPr/>
        </p:nvSpPr>
        <p:spPr>
          <a:xfrm>
            <a:off x="3489167" y="4809744"/>
            <a:ext cx="7694767" cy="146194"/>
          </a:xfrm>
          <a:prstGeom prst="rect">
            <a:avLst/>
          </a:prstGeom>
          <a:noFill/>
        </p:spPr>
        <p:txBody>
          <a:bodyPr wrap="square" lIns="0" tIns="0" rIns="0" bIns="0">
            <a:spAutoFit/>
          </a:bodyPr>
          <a:lstStyle/>
          <a:p>
            <a:pPr algn="l">
              <a:lnSpc>
                <a:spcPct val="100000"/>
              </a:lnSpc>
              <a:spcBef>
                <a:spcPts val="0"/>
              </a:spcBef>
              <a:spcAft>
                <a:spcPts val="0"/>
              </a:spcAft>
            </a:pPr>
            <a:r>
              <a:rPr lang="nl-NL" sz="950" b="1" dirty="0">
                <a:solidFill>
                  <a:srgbClr val="00B49C"/>
                </a:solidFill>
                <a:latin typeface="IBM Plex Sans"/>
              </a:rPr>
              <a:t>Korte kop van het blok</a:t>
            </a:r>
          </a:p>
        </p:txBody>
      </p:sp>
      <p:sp>
        <p:nvSpPr>
          <p:cNvPr id="929" name="TextBox 928"/>
          <p:cNvSpPr txBox="1"/>
          <p:nvPr/>
        </p:nvSpPr>
        <p:spPr>
          <a:xfrm>
            <a:off x="3489167" y="5102352"/>
            <a:ext cx="7694767" cy="621837"/>
          </a:xfrm>
          <a:prstGeom prst="rect">
            <a:avLst/>
          </a:prstGeom>
          <a:noFill/>
        </p:spPr>
        <p:txBody>
          <a:bodyPr wrap="square" lIns="0" tIns="0" rIns="0" bIns="0">
            <a:spAutoFit/>
          </a:bodyPr>
          <a:lstStyle/>
          <a:p>
            <a:pPr algn="l">
              <a:lnSpc>
                <a:spcPct val="130000"/>
              </a:lnSpc>
              <a:spcBef>
                <a:spcPts val="0"/>
              </a:spcBef>
              <a:spcAft>
                <a:spcPts val="0"/>
              </a:spcAft>
            </a:pPr>
            <a:r>
              <a:rPr lang="nl-NL" sz="1050" b="0" dirty="0">
                <a:solidFill>
                  <a:srgbClr val="C3C8D4"/>
                </a:solidFill>
                <a:latin typeface="IBM Plex Sans"/>
              </a:rPr>
              <a:t>Hier komt een korte toelichting op dit onderdeel. Beschrijf in een paar zinnen de kern, de onderbouwing en wat dit betekent voor de lezer. Houd de tekst bondig en concreet. Hier komt een korte toelichting op dit onderdeel. Beschrijf in.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3  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4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5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6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27432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5}" type="slidenum">
              <a:rPr lang="nl-NL" sz="675">
                <a:solidFill>
                  <a:srgbClr val="FFFFFF"/>
                </a:solidFill>
                <a:latin typeface="IBM Plex Sans"/>
              </a:rPr>
              <a:t>5</a:t>
            </a:fld>
            <a:endParaRPr lang="nl-NL" sz="675"/>
          </a:p>
        </p:txBody>
      </p:sp>
      <p:graphicFrame>
        <p:nvGraphicFramePr>
          <p:cNvPr id="901" name="Table 900"/>
          <p:cNvGraphicFramePr>
            <a:graphicFrameLocks noGrp="1"/>
          </p:cNvGraphicFramePr>
          <p:nvPr>
            <p:extLst>
              <p:ext uri="{D42A27DB-BD31-4B8C-83A1-F6EECF244321}">
                <p14:modId xmlns:p14="http://schemas.microsoft.com/office/powerpoint/2010/main" val="3670922886"/>
              </p:ext>
            </p:extLst>
          </p:nvPr>
        </p:nvGraphicFramePr>
        <p:xfrm>
          <a:off x="3196559" y="1755648"/>
          <a:ext cx="8279981" cy="2322576"/>
        </p:xfrm>
        <a:graphic>
          <a:graphicData uri="http://schemas.openxmlformats.org/drawingml/2006/table">
            <a:tbl>
              <a:tblPr>
                <a:tableStyleId>{5C22544A-7EE6-4342-B048-85BDC9FD1C3A}</a:tableStyleId>
              </a:tblPr>
              <a:tblGrid>
                <a:gridCol w="2365709">
                  <a:extLst>
                    <a:ext uri="{9D8B030D-6E8A-4147-A177-3AD203B41FA5}">
                      <a16:colId xmlns:a16="http://schemas.microsoft.com/office/drawing/2014/main" val="20000"/>
                    </a:ext>
                  </a:extLst>
                </a:gridCol>
                <a:gridCol w="3275597">
                  <a:extLst>
                    <a:ext uri="{9D8B030D-6E8A-4147-A177-3AD203B41FA5}">
                      <a16:colId xmlns:a16="http://schemas.microsoft.com/office/drawing/2014/main" val="20001"/>
                    </a:ext>
                  </a:extLst>
                </a:gridCol>
                <a:gridCol w="2638675">
                  <a:extLst>
                    <a:ext uri="{9D8B030D-6E8A-4147-A177-3AD203B41FA5}">
                      <a16:colId xmlns:a16="http://schemas.microsoft.com/office/drawing/2014/main" val="20002"/>
                    </a:ext>
                  </a:extLst>
                </a:gridCol>
              </a:tblGrid>
              <a:tr h="274320">
                <a:tc>
                  <a:txBody>
                    <a:bodyPr/>
                    <a:lstStyle/>
                    <a:p>
                      <a:pPr algn="l">
                        <a:lnSpc>
                          <a:spcPct val="100000"/>
                        </a:lnSpc>
                      </a:pPr>
                      <a:r>
                        <a:rPr lang="nl-NL" sz="750" b="1">
                          <a:solidFill>
                            <a:srgbClr val="FFFFFF"/>
                          </a:solidFill>
                          <a:latin typeface="IBM Plex Sans"/>
                        </a:rPr>
                        <a:t>LABEL VAN HET BLOK</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VAN HET BLOK</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VAN HET BLOK</a:t>
                      </a:r>
                    </a:p>
                  </a:txBody>
                  <a:tcPr marR="73152" anchor="ctr">
                    <a:solidFill>
                      <a:srgbClr val="101D4F"/>
                    </a:solidFill>
                  </a:tcPr>
                </a:tc>
                <a:extLst>
                  <a:ext uri="{0D108BD9-81ED-4DB2-BD59-A6C34878D82A}">
                    <a16:rowId xmlns:a16="http://schemas.microsoft.com/office/drawing/2014/main" val="10000"/>
                  </a:ext>
                </a:extLst>
              </a:tr>
              <a:tr h="512064">
                <a:tc>
                  <a:txBody>
                    <a:bodyPr/>
                    <a:lstStyle/>
                    <a:p>
                      <a:pPr algn="l">
                        <a:lnSpc>
                          <a:spcPct val="116000"/>
                        </a:lnSpc>
                      </a:pPr>
                      <a:r>
                        <a:rPr lang="nl-NL" sz="850" b="1">
                          <a:solidFill>
                            <a:srgbClr val="101D4F"/>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50" b="0" dirty="0" err="1">
                          <a:solidFill>
                            <a:srgbClr val="343B52"/>
                          </a:solidFill>
                          <a:latin typeface="IBM Plex Sans"/>
                        </a:rPr>
                        <a:t>Hier komt een korte toelichting op dit onderdeel. Beschrijf in een paar zinnen.</a:t>
                      </a:r>
                    </a:p>
                  </a:txBody>
                  <a:tcPr marR="73152" marT="36576" marB="36576" anchor="ctr">
                    <a:solidFill>
                      <a:srgbClr val="FFFFFF"/>
                    </a:solidFill>
                  </a:tcPr>
                </a:tc>
                <a:tc>
                  <a:txBody>
                    <a:bodyPr/>
                    <a:lstStyle/>
                    <a:p>
                      <a:pPr algn="l">
                        <a:lnSpc>
                          <a:spcPct val="116000"/>
                        </a:lnSpc>
                      </a:pPr>
                      <a:r>
                        <a:rPr lang="nl-NL" sz="850" b="1" dirty="0">
                          <a:solidFill>
                            <a:srgbClr val="00B49C"/>
                          </a:solidFill>
                          <a:latin typeface="IBM Plex Sans"/>
                        </a:rPr>
                        <a:t>Hier komt een korte toelichting op dit onderdeel.</a:t>
                      </a:r>
                    </a:p>
                  </a:txBody>
                  <a:tcPr marR="73152" marT="36576" marB="36576" anchor="ctr">
                    <a:solidFill>
                      <a:srgbClr val="FFFFFF"/>
                    </a:solidFill>
                  </a:tcPr>
                </a:tc>
                <a:extLst>
                  <a:ext uri="{0D108BD9-81ED-4DB2-BD59-A6C34878D82A}">
                    <a16:rowId xmlns:a16="http://schemas.microsoft.com/office/drawing/2014/main" val="10001"/>
                  </a:ext>
                </a:extLst>
              </a:tr>
              <a:tr h="512064">
                <a:tc>
                  <a:txBody>
                    <a:bodyPr/>
                    <a:lstStyle/>
                    <a:p>
                      <a:pPr algn="l">
                        <a:lnSpc>
                          <a:spcPct val="116000"/>
                        </a:lnSpc>
                      </a:pPr>
                      <a:r>
                        <a:rPr lang="nl-NL" sz="850" b="1">
                          <a:solidFill>
                            <a:srgbClr val="101D4F"/>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 paar zinnen.</a:t>
                      </a:r>
                    </a:p>
                  </a:txBody>
                  <a:tcPr marR="73152" marT="36576" marB="36576" anchor="ctr">
                    <a:solidFill>
                      <a:srgbClr val="ECEEF2"/>
                    </a:solidFill>
                  </a:tcPr>
                </a:tc>
                <a:tc>
                  <a:txBody>
                    <a:bodyPr/>
                    <a:lstStyle/>
                    <a:p>
                      <a:pPr algn="l">
                        <a:lnSpc>
                          <a:spcPct val="116000"/>
                        </a:lnSpc>
                      </a:pPr>
                      <a:r>
                        <a:rPr lang="nl-NL" sz="850" b="1" dirty="0">
                          <a:solidFill>
                            <a:srgbClr val="00B49C"/>
                          </a:solidFill>
                          <a:latin typeface="IBM Plex Sans"/>
                        </a:rPr>
                        <a:t>Korte kop met omschrijving van het blok</a:t>
                      </a:r>
                    </a:p>
                  </a:txBody>
                  <a:tcPr marR="73152" marT="36576" marB="36576" anchor="ctr">
                    <a:solidFill>
                      <a:srgbClr val="ECEEF2"/>
                    </a:solidFill>
                  </a:tcPr>
                </a:tc>
                <a:extLst>
                  <a:ext uri="{0D108BD9-81ED-4DB2-BD59-A6C34878D82A}">
                    <a16:rowId xmlns:a16="http://schemas.microsoft.com/office/drawing/2014/main" val="10002"/>
                  </a:ext>
                </a:extLst>
              </a:tr>
              <a:tr h="512064">
                <a:tc>
                  <a:txBody>
                    <a:bodyPr/>
                    <a:lstStyle/>
                    <a:p>
                      <a:pPr algn="l">
                        <a:lnSpc>
                          <a:spcPct val="116000"/>
                        </a:lnSpc>
                      </a:pPr>
                      <a:r>
                        <a:rPr lang="nl-NL" sz="850" b="1">
                          <a:solidFill>
                            <a:srgbClr val="101D4F"/>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a:t>
                      </a:r>
                    </a:p>
                  </a:txBody>
                  <a:tcPr marR="73152" marT="36576" marB="36576" anchor="ctr">
                    <a:solidFill>
                      <a:srgbClr val="FFFFFF"/>
                    </a:solidFill>
                  </a:tcPr>
                </a:tc>
                <a:tc>
                  <a:txBody>
                    <a:bodyPr/>
                    <a:lstStyle/>
                    <a:p>
                      <a:pPr algn="l">
                        <a:lnSpc>
                          <a:spcPct val="116000"/>
                        </a:lnSpc>
                      </a:pPr>
                      <a:r>
                        <a:rPr lang="nl-NL" sz="850" b="1" dirty="0" err="1">
                          <a:solidFill>
                            <a:srgbClr val="00B49C"/>
                          </a:solidFill>
                          <a:latin typeface="IBM Plex Sans"/>
                        </a:rPr>
                        <a:t>Korte kop van het blok</a:t>
                      </a:r>
                    </a:p>
                  </a:txBody>
                  <a:tcPr marR="73152" marT="36576" marB="36576" anchor="ctr">
                    <a:solidFill>
                      <a:srgbClr val="FFFFFF"/>
                    </a:solidFill>
                  </a:tcPr>
                </a:tc>
                <a:extLst>
                  <a:ext uri="{0D108BD9-81ED-4DB2-BD59-A6C34878D82A}">
                    <a16:rowId xmlns:a16="http://schemas.microsoft.com/office/drawing/2014/main" val="10003"/>
                  </a:ext>
                </a:extLst>
              </a:tr>
              <a:tr h="512064">
                <a:tc>
                  <a:txBody>
                    <a:bodyPr/>
                    <a:lstStyle/>
                    <a:p>
                      <a:pPr algn="l">
                        <a:lnSpc>
                          <a:spcPct val="116000"/>
                        </a:lnSpc>
                      </a:pPr>
                      <a:r>
                        <a:rPr lang="nl-NL" sz="850" b="1">
                          <a:solidFill>
                            <a:srgbClr val="101D4F"/>
                          </a:solidFill>
                          <a:latin typeface="IBM Plex Sans"/>
                        </a:rPr>
                        <a:t>korte kop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ECEEF2"/>
                    </a:solidFill>
                  </a:tcPr>
                </a:tc>
                <a:tc>
                  <a:txBody>
                    <a:bodyPr/>
                    <a:lstStyle/>
                    <a:p>
                      <a:pPr algn="l">
                        <a:lnSpc>
                          <a:spcPct val="116000"/>
                        </a:lnSpc>
                      </a:pPr>
                      <a:r>
                        <a:rPr lang="nl-NL" sz="850" b="1" dirty="0">
                          <a:solidFill>
                            <a:srgbClr val="00B49C"/>
                          </a:solidFill>
                          <a:latin typeface="IBM Plex Sans"/>
                        </a:rPr>
                        <a:t>korte kop met omschrijving van het blok</a:t>
                      </a:r>
                    </a:p>
                  </a:txBody>
                  <a:tcPr marR="73152" marT="36576" marB="36576" anchor="ctr">
                    <a:solidFill>
                      <a:srgbClr val="ECEEF2"/>
                    </a:solidFill>
                  </a:tcPr>
                </a:tc>
                <a:extLst>
                  <a:ext uri="{0D108BD9-81ED-4DB2-BD59-A6C34878D82A}">
                    <a16:rowId xmlns:a16="http://schemas.microsoft.com/office/drawing/2014/main" val="10004"/>
                  </a:ext>
                </a:extLst>
              </a:tr>
            </a:tbl>
          </a:graphicData>
        </a:graphic>
      </p:graphicFrame>
      <p:sp>
        <p:nvSpPr>
          <p:cNvPr id="902" name="Rounded Rectangle 901"/>
          <p:cNvSpPr/>
          <p:nvPr/>
        </p:nvSpPr>
        <p:spPr>
          <a:xfrm>
            <a:off x="3196559" y="4897247"/>
            <a:ext cx="8279983" cy="1024128"/>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89167" y="5080127"/>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BLOK</a:t>
            </a:r>
          </a:p>
        </p:txBody>
      </p:sp>
      <p:sp>
        <p:nvSpPr>
          <p:cNvPr id="904" name="TextBox 903"/>
          <p:cNvSpPr txBox="1"/>
          <p:nvPr/>
        </p:nvSpPr>
        <p:spPr>
          <a:xfrm>
            <a:off x="3489167" y="5354447"/>
            <a:ext cx="7694767" cy="457200"/>
          </a:xfrm>
          <a:prstGeom prst="rect">
            <a:avLst/>
          </a:prstGeom>
          <a:noFill/>
        </p:spPr>
        <p:txBody>
          <a:bodyPr wrap="square" lIns="0" tIns="0" rIns="0" bIns="0">
            <a:spAutoFit/>
          </a:bodyPr>
          <a:lstStyle/>
          <a:p>
            <a:pPr algn="l">
              <a:lnSpc>
                <a:spcPct val="130000"/>
              </a:lnSpc>
              <a:spcBef>
                <a:spcPts val="0"/>
              </a:spcBef>
              <a:spcAft>
                <a:spcPts val="0"/>
              </a:spcAft>
            </a:pPr>
            <a:r>
              <a:rPr lang="nl-NL" sz="950" b="0">
                <a:solidFill>
                  <a:srgbClr val="C3C8D4"/>
                </a:solidFill>
                <a:latin typeface="IBM Plex Sans"/>
              </a:rPr>
              <a:t>Hier komt een korte toelichting op dit onderdeel. Beschrijf in een paar zinnen de kern, de onderbouwing en wat dit betekent voor de lezer. Houd de tekst bondig en concreet. Hier komt een korte toelichting.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dirty="0">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4  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5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6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6}" type="slidenum">
              <a:rPr lang="nl-NL" sz="675">
                <a:solidFill>
                  <a:srgbClr val="FFFFFF"/>
                </a:solidFill>
                <a:latin typeface="IBM Plex Sans"/>
              </a:rPr>
              <a:t>6</a:t>
            </a:fld>
            <a:endParaRPr lang="nl-NL" sz="675"/>
          </a:p>
        </p:txBody>
      </p:sp>
      <p:sp>
        <p:nvSpPr>
          <p:cNvPr id="901" name="Rounded Rectangle 900"/>
          <p:cNvSpPr/>
          <p:nvPr/>
        </p:nvSpPr>
        <p:spPr>
          <a:xfrm>
            <a:off x="3196559" y="1152144"/>
            <a:ext cx="8279983" cy="1389888"/>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TextBox 901"/>
          <p:cNvSpPr txBox="1"/>
          <p:nvPr/>
        </p:nvSpPr>
        <p:spPr>
          <a:xfrm>
            <a:off x="3489167" y="1335024"/>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BLOK</a:t>
            </a:r>
          </a:p>
        </p:txBody>
      </p:sp>
      <p:sp>
        <p:nvSpPr>
          <p:cNvPr id="903" name="TextBox 902"/>
          <p:cNvSpPr txBox="1"/>
          <p:nvPr/>
        </p:nvSpPr>
        <p:spPr>
          <a:xfrm>
            <a:off x="3489167" y="1609344"/>
            <a:ext cx="7694767" cy="502061"/>
          </a:xfrm>
          <a:prstGeom prst="rect">
            <a:avLst/>
          </a:prstGeom>
          <a:noFill/>
        </p:spPr>
        <p:txBody>
          <a:bodyPr wrap="square" lIns="0" tIns="0" rIns="0" bIns="0">
            <a:spAutoFit/>
          </a:bodyPr>
          <a:lstStyle/>
          <a:p>
            <a:pPr algn="l">
              <a:lnSpc>
                <a:spcPct val="126000"/>
              </a:lnSpc>
              <a:spcBef>
                <a:spcPts val="0"/>
              </a:spcBef>
              <a:spcAft>
                <a:spcPts val="0"/>
              </a:spcAft>
            </a:pPr>
            <a:r>
              <a:rPr lang="nl-NL" sz="1350" b="1" dirty="0">
                <a:solidFill>
                  <a:srgbClr val="FFFFFF"/>
                </a:solidFill>
                <a:latin typeface="IBM Plex Sans"/>
              </a:rPr>
              <a:t>Hier komt een korte toelichting op dit onderdeel. Beschrijf in een paar zinnen de kern, de onderbouwing en wat dit betekent voor de.</a:t>
            </a:r>
          </a:p>
        </p:txBody>
      </p:sp>
      <p:sp>
        <p:nvSpPr>
          <p:cNvPr id="904" name="Rounded Rectangle 903"/>
          <p:cNvSpPr/>
          <p:nvPr/>
        </p:nvSpPr>
        <p:spPr>
          <a:xfrm>
            <a:off x="3196559" y="2724912"/>
            <a:ext cx="4039407" cy="27980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5" name="Rounded Rectangle 904"/>
          <p:cNvSpPr/>
          <p:nvPr/>
        </p:nvSpPr>
        <p:spPr>
          <a:xfrm>
            <a:off x="3416015" y="2962656"/>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TextBox 905"/>
          <p:cNvSpPr txBox="1"/>
          <p:nvPr/>
        </p:nvSpPr>
        <p:spPr>
          <a:xfrm>
            <a:off x="3416015" y="3127248"/>
            <a:ext cx="3600495" cy="237744"/>
          </a:xfrm>
          <a:prstGeom prst="rect">
            <a:avLst/>
          </a:prstGeom>
          <a:noFill/>
        </p:spPr>
        <p:txBody>
          <a:bodyPr wrap="square" lIns="0" tIns="0" rIns="0" bIns="0">
            <a:spAutoFit/>
          </a:bodyPr>
          <a:lstStyle/>
          <a:p>
            <a:pPr algn="l">
              <a:lnSpc>
                <a:spcPct val="116000"/>
              </a:lnSpc>
              <a:spcBef>
                <a:spcPts val="0"/>
              </a:spcBef>
              <a:spcAft>
                <a:spcPts val="0"/>
              </a:spcAft>
            </a:pPr>
            <a:r>
              <a:rPr lang="nl-NL" sz="1300" b="1">
                <a:solidFill>
                  <a:srgbClr val="101D4F"/>
                </a:solidFill>
                <a:latin typeface="IBM Plex Sans"/>
              </a:rPr>
              <a:t>Kop van blok</a:t>
            </a:r>
          </a:p>
        </p:txBody>
      </p:sp>
      <p:sp>
        <p:nvSpPr>
          <p:cNvPr id="907" name="TextBox 906"/>
          <p:cNvSpPr txBox="1"/>
          <p:nvPr/>
        </p:nvSpPr>
        <p:spPr>
          <a:xfrm>
            <a:off x="3416015" y="3401568"/>
            <a:ext cx="3600495" cy="201168"/>
          </a:xfrm>
          <a:prstGeom prst="rect">
            <a:avLst/>
          </a:prstGeom>
          <a:noFill/>
        </p:spPr>
        <p:txBody>
          <a:bodyPr wrap="square" lIns="0" tIns="0" rIns="0" bIns="0">
            <a:spAutoFit/>
          </a:bodyPr>
          <a:lstStyle/>
          <a:p>
            <a:pPr algn="l">
              <a:lnSpc>
                <a:spcPct val="120000"/>
              </a:lnSpc>
              <a:spcBef>
                <a:spcPts val="0"/>
              </a:spcBef>
              <a:spcAft>
                <a:spcPts val="0"/>
              </a:spcAft>
            </a:pPr>
            <a:r>
              <a:rPr lang="nl-NL" sz="900" b="0">
                <a:solidFill>
                  <a:srgbClr val="6C7489"/>
                </a:solidFill>
                <a:latin typeface="IBM Plex Sans"/>
              </a:rPr>
              <a:t>Korte kop van het blok</a:t>
            </a:r>
          </a:p>
        </p:txBody>
      </p:sp>
      <p:sp>
        <p:nvSpPr>
          <p:cNvPr id="908" name="Oval 907"/>
          <p:cNvSpPr/>
          <p:nvPr/>
        </p:nvSpPr>
        <p:spPr>
          <a:xfrm>
            <a:off x="3434303" y="3749332"/>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TextBox 908"/>
          <p:cNvSpPr txBox="1"/>
          <p:nvPr/>
        </p:nvSpPr>
        <p:spPr>
          <a:xfrm>
            <a:off x="3653759" y="3694176"/>
            <a:ext cx="3362751" cy="363016"/>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Hier komt een korte toelichting op dit onderdeel. Beschrijf.</a:t>
            </a:r>
          </a:p>
        </p:txBody>
      </p:sp>
      <p:sp>
        <p:nvSpPr>
          <p:cNvPr id="910" name="Oval 909"/>
          <p:cNvSpPr/>
          <p:nvPr/>
        </p:nvSpPr>
        <p:spPr>
          <a:xfrm>
            <a:off x="3434303" y="4203789"/>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TextBox 910"/>
          <p:cNvSpPr txBox="1"/>
          <p:nvPr/>
        </p:nvSpPr>
        <p:spPr>
          <a:xfrm>
            <a:off x="3653759" y="4148632"/>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van het blok</a:t>
            </a:r>
          </a:p>
        </p:txBody>
      </p:sp>
      <p:sp>
        <p:nvSpPr>
          <p:cNvPr id="912" name="Oval 911"/>
          <p:cNvSpPr/>
          <p:nvPr/>
        </p:nvSpPr>
        <p:spPr>
          <a:xfrm>
            <a:off x="3434303" y="4485881"/>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TextBox 912"/>
          <p:cNvSpPr txBox="1"/>
          <p:nvPr/>
        </p:nvSpPr>
        <p:spPr>
          <a:xfrm>
            <a:off x="3653759" y="4430725"/>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van het blok hier</a:t>
            </a:r>
          </a:p>
        </p:txBody>
      </p:sp>
      <p:sp>
        <p:nvSpPr>
          <p:cNvPr id="914" name="Oval 913"/>
          <p:cNvSpPr/>
          <p:nvPr/>
        </p:nvSpPr>
        <p:spPr>
          <a:xfrm>
            <a:off x="3434303" y="4767974"/>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TextBox 914"/>
          <p:cNvSpPr txBox="1"/>
          <p:nvPr/>
        </p:nvSpPr>
        <p:spPr>
          <a:xfrm>
            <a:off x="3653759" y="4712817"/>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Hier komt een korte toelichting op dit onderdeel.</a:t>
            </a:r>
          </a:p>
        </p:txBody>
      </p:sp>
      <p:sp>
        <p:nvSpPr>
          <p:cNvPr id="916" name="Oval 915"/>
          <p:cNvSpPr/>
          <p:nvPr/>
        </p:nvSpPr>
        <p:spPr>
          <a:xfrm>
            <a:off x="3434303" y="5050066"/>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TextBox 916"/>
          <p:cNvSpPr txBox="1"/>
          <p:nvPr/>
        </p:nvSpPr>
        <p:spPr>
          <a:xfrm>
            <a:off x="3653759" y="4994910"/>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van het blok hier</a:t>
            </a:r>
          </a:p>
        </p:txBody>
      </p:sp>
      <p:sp>
        <p:nvSpPr>
          <p:cNvPr id="918" name="Rounded Rectangle 917"/>
          <p:cNvSpPr/>
          <p:nvPr/>
        </p:nvSpPr>
        <p:spPr>
          <a:xfrm>
            <a:off x="7437135" y="2724912"/>
            <a:ext cx="4039407" cy="27980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Rounded Rectangle 918"/>
          <p:cNvSpPr/>
          <p:nvPr/>
        </p:nvSpPr>
        <p:spPr>
          <a:xfrm>
            <a:off x="7656591" y="2962656"/>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0" name="TextBox 919"/>
          <p:cNvSpPr txBox="1"/>
          <p:nvPr/>
        </p:nvSpPr>
        <p:spPr>
          <a:xfrm>
            <a:off x="7656591" y="3127248"/>
            <a:ext cx="3600495" cy="216406"/>
          </a:xfrm>
          <a:prstGeom prst="rect">
            <a:avLst/>
          </a:prstGeom>
          <a:noFill/>
        </p:spPr>
        <p:txBody>
          <a:bodyPr wrap="square" lIns="0" tIns="0" rIns="0" bIns="0">
            <a:spAutoFit/>
          </a:bodyPr>
          <a:lstStyle/>
          <a:p>
            <a:pPr algn="l">
              <a:lnSpc>
                <a:spcPct val="116000"/>
              </a:lnSpc>
              <a:spcBef>
                <a:spcPts val="0"/>
              </a:spcBef>
              <a:spcAft>
                <a:spcPts val="0"/>
              </a:spcAft>
            </a:pPr>
            <a:r>
              <a:rPr lang="nl-NL" sz="1300" b="1" dirty="0">
                <a:solidFill>
                  <a:srgbClr val="101D4F"/>
                </a:solidFill>
                <a:latin typeface="IBM Plex Sans"/>
              </a:rPr>
              <a:t>Kop van blok</a:t>
            </a:r>
          </a:p>
        </p:txBody>
      </p:sp>
      <p:sp>
        <p:nvSpPr>
          <p:cNvPr id="921" name="TextBox 920"/>
          <p:cNvSpPr txBox="1"/>
          <p:nvPr/>
        </p:nvSpPr>
        <p:spPr>
          <a:xfrm>
            <a:off x="7656591" y="3401568"/>
            <a:ext cx="3600495" cy="201168"/>
          </a:xfrm>
          <a:prstGeom prst="rect">
            <a:avLst/>
          </a:prstGeom>
          <a:noFill/>
        </p:spPr>
        <p:txBody>
          <a:bodyPr wrap="square" lIns="0" tIns="0" rIns="0" bIns="0">
            <a:spAutoFit/>
          </a:bodyPr>
          <a:lstStyle/>
          <a:p>
            <a:pPr algn="l">
              <a:lnSpc>
                <a:spcPct val="120000"/>
              </a:lnSpc>
              <a:spcBef>
                <a:spcPts val="0"/>
              </a:spcBef>
              <a:spcAft>
                <a:spcPts val="0"/>
              </a:spcAft>
            </a:pPr>
            <a:r>
              <a:rPr lang="nl-NL" sz="900" b="0">
                <a:solidFill>
                  <a:srgbClr val="6C7489"/>
                </a:solidFill>
                <a:latin typeface="IBM Plex Sans"/>
              </a:rPr>
              <a:t>Korte kop met omschrijving van het blok</a:t>
            </a:r>
          </a:p>
        </p:txBody>
      </p:sp>
      <p:sp>
        <p:nvSpPr>
          <p:cNvPr id="922" name="Oval 921"/>
          <p:cNvSpPr/>
          <p:nvPr/>
        </p:nvSpPr>
        <p:spPr>
          <a:xfrm>
            <a:off x="7674879" y="3749332"/>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TextBox 922"/>
          <p:cNvSpPr txBox="1"/>
          <p:nvPr/>
        </p:nvSpPr>
        <p:spPr>
          <a:xfrm>
            <a:off x="7894335" y="3694176"/>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dirty="0">
                <a:solidFill>
                  <a:srgbClr val="343B52"/>
                </a:solidFill>
                <a:latin typeface="IBM Plex Sans"/>
              </a:rPr>
              <a:t>Hier komt een korte toelichting op dit onderdeel.</a:t>
            </a:r>
          </a:p>
        </p:txBody>
      </p:sp>
      <p:sp>
        <p:nvSpPr>
          <p:cNvPr id="924" name="Oval 923"/>
          <p:cNvSpPr/>
          <p:nvPr/>
        </p:nvSpPr>
        <p:spPr>
          <a:xfrm>
            <a:off x="7674879" y="4031425"/>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TextBox 924"/>
          <p:cNvSpPr txBox="1"/>
          <p:nvPr/>
        </p:nvSpPr>
        <p:spPr>
          <a:xfrm>
            <a:off x="7894335" y="3976268"/>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dirty="0">
                <a:solidFill>
                  <a:srgbClr val="343B52"/>
                </a:solidFill>
                <a:latin typeface="IBM Plex Sans"/>
              </a:rPr>
              <a:t>Hier komt een korte toelichting op dit onderdeel. Beschrijf.</a:t>
            </a:r>
          </a:p>
        </p:txBody>
      </p:sp>
      <p:sp>
        <p:nvSpPr>
          <p:cNvPr id="926" name="Oval 925"/>
          <p:cNvSpPr/>
          <p:nvPr/>
        </p:nvSpPr>
        <p:spPr>
          <a:xfrm>
            <a:off x="7674879" y="4313517"/>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TextBox 926"/>
          <p:cNvSpPr txBox="1"/>
          <p:nvPr/>
        </p:nvSpPr>
        <p:spPr>
          <a:xfrm>
            <a:off x="7894335" y="4258360"/>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van het blok hier</a:t>
            </a:r>
          </a:p>
        </p:txBody>
      </p:sp>
      <p:sp>
        <p:nvSpPr>
          <p:cNvPr id="928" name="Oval 927"/>
          <p:cNvSpPr/>
          <p:nvPr/>
        </p:nvSpPr>
        <p:spPr>
          <a:xfrm>
            <a:off x="7674879" y="4595609"/>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TextBox 928"/>
          <p:cNvSpPr txBox="1"/>
          <p:nvPr/>
        </p:nvSpPr>
        <p:spPr>
          <a:xfrm>
            <a:off x="7894335" y="4540453"/>
            <a:ext cx="3362751" cy="363016"/>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met omschrijving van het blok</a:t>
            </a:r>
          </a:p>
        </p:txBody>
      </p:sp>
      <p:sp>
        <p:nvSpPr>
          <p:cNvPr id="930" name="Oval 929"/>
          <p:cNvSpPr/>
          <p:nvPr/>
        </p:nvSpPr>
        <p:spPr>
          <a:xfrm>
            <a:off x="7674879" y="5050066"/>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TextBox 930"/>
          <p:cNvSpPr txBox="1"/>
          <p:nvPr/>
        </p:nvSpPr>
        <p:spPr>
          <a:xfrm>
            <a:off x="7894335" y="4994910"/>
            <a:ext cx="3362751" cy="190652"/>
          </a:xfrm>
          <a:prstGeom prst="rect">
            <a:avLst/>
          </a:prstGeom>
          <a:noFill/>
        </p:spPr>
        <p:txBody>
          <a:bodyPr wrap="square" lIns="0" tIns="0" rIns="0" bIns="0">
            <a:spAutoFit/>
          </a:bodyPr>
          <a:lstStyle/>
          <a:p>
            <a:pPr algn="l">
              <a:lnSpc>
                <a:spcPct val="130000"/>
              </a:lnSpc>
              <a:spcBef>
                <a:spcPts val="0"/>
              </a:spcBef>
              <a:spcAft>
                <a:spcPts val="0"/>
              </a:spcAft>
            </a:pPr>
            <a:r>
              <a:rPr lang="nl-NL" sz="869" b="0">
                <a:solidFill>
                  <a:srgbClr val="343B52"/>
                </a:solidFill>
                <a:latin typeface="IBM Plex Sans"/>
              </a:rPr>
              <a:t>korte kop met omschrijving van het blok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dirty="0">
                <a:solidFill>
                  <a:srgbClr val="101D4F"/>
                </a:solidFill>
                <a:latin typeface="IBM Plex Sans"/>
              </a:rPr>
              <a:t>Titel van de dia met de kernboodschap</a:t>
            </a:r>
            <a:endParaRPr lang="nl-NL" sz="2200" b="1" dirty="0">
              <a:solidFill>
                <a:srgbClr val="101D4F"/>
              </a:solidFill>
              <a:latin typeface="IBM Plex Sans"/>
            </a:endParaRP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6" action="ppaction://hlinksldjump"/>
              </a:rPr>
              <a:t> 4  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27432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7}" type="slidenum">
              <a:rPr lang="nl-NL" sz="675">
                <a:solidFill>
                  <a:srgbClr val="FFFFFF"/>
                </a:solidFill>
                <a:latin typeface="IBM Plex Sans"/>
              </a:rPr>
              <a:t>7</a:t>
            </a:fld>
            <a:endParaRPr lang="nl-NL" sz="675"/>
          </a:p>
        </p:txBody>
      </p:sp>
      <p:cxnSp>
        <p:nvCxnSpPr>
          <p:cNvPr id="901" name="Connector 900"/>
          <p:cNvCxnSpPr/>
          <p:nvPr/>
        </p:nvCxnSpPr>
        <p:spPr>
          <a:xfrm>
            <a:off x="4421855" y="2286000"/>
            <a:ext cx="2916936" cy="1143000"/>
          </a:xfrm>
          <a:prstGeom prst="line">
            <a:avLst/>
          </a:prstGeom>
          <a:ln w="15875">
            <a:solidFill>
              <a:srgbClr val="00B49C"/>
            </a:solidFill>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flipH="1">
            <a:off x="7338791" y="2286000"/>
            <a:ext cx="2912455" cy="1143000"/>
          </a:xfrm>
          <a:prstGeom prst="line">
            <a:avLst/>
          </a:prstGeom>
          <a:ln w="15875">
            <a:solidFill>
              <a:srgbClr val="00B49C"/>
            </a:solidFill>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4421855" y="3429000"/>
            <a:ext cx="2916936" cy="1234440"/>
          </a:xfrm>
          <a:prstGeom prst="line">
            <a:avLst/>
          </a:prstGeom>
          <a:ln w="15875">
            <a:solidFill>
              <a:srgbClr val="00B49C"/>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flipH="1" flipV="1">
            <a:off x="7338791" y="3429000"/>
            <a:ext cx="2912455" cy="1234440"/>
          </a:xfrm>
          <a:prstGeom prst="line">
            <a:avLst/>
          </a:prstGeom>
          <a:ln w="15875">
            <a:solidFill>
              <a:srgbClr val="00B49C"/>
            </a:solidFill>
          </a:ln>
        </p:spPr>
        <p:style>
          <a:lnRef idx="2">
            <a:schemeClr val="accent1"/>
          </a:lnRef>
          <a:fillRef idx="0">
            <a:schemeClr val="accent1"/>
          </a:fillRef>
          <a:effectRef idx="1">
            <a:schemeClr val="accent1"/>
          </a:effectRef>
          <a:fontRef idx="minor">
            <a:schemeClr val="tx1"/>
          </a:fontRef>
        </p:style>
      </p:cxnSp>
      <p:sp>
        <p:nvSpPr>
          <p:cNvPr id="905" name="Rounded Rectangle 904"/>
          <p:cNvSpPr/>
          <p:nvPr/>
        </p:nvSpPr>
        <p:spPr>
          <a:xfrm>
            <a:off x="3196559" y="1737360"/>
            <a:ext cx="2450592" cy="109728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TextBox 905"/>
          <p:cNvSpPr txBox="1"/>
          <p:nvPr/>
        </p:nvSpPr>
        <p:spPr>
          <a:xfrm>
            <a:off x="3379439" y="1901952"/>
            <a:ext cx="2084832"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Tekst</a:t>
            </a:r>
          </a:p>
        </p:txBody>
      </p:sp>
      <p:sp>
        <p:nvSpPr>
          <p:cNvPr id="907" name="TextBox 906"/>
          <p:cNvSpPr txBox="1"/>
          <p:nvPr/>
        </p:nvSpPr>
        <p:spPr>
          <a:xfrm>
            <a:off x="3379439" y="2157984"/>
            <a:ext cx="2084832" cy="316112"/>
          </a:xfrm>
          <a:prstGeom prst="rect">
            <a:avLst/>
          </a:prstGeom>
          <a:noFill/>
        </p:spPr>
        <p:txBody>
          <a:bodyPr wrap="square" lIns="0" tIns="0" rIns="0" bIns="0">
            <a:spAutoFit/>
          </a:bodyPr>
          <a:lstStyle/>
          <a:p>
            <a:pPr algn="l">
              <a:lnSpc>
                <a:spcPct val="126000"/>
              </a:lnSpc>
              <a:spcBef>
                <a:spcPts val="0"/>
              </a:spcBef>
              <a:spcAft>
                <a:spcPts val="0"/>
              </a:spcAft>
            </a:pPr>
            <a:r>
              <a:rPr lang="nl-NL" sz="850" b="0" dirty="0">
                <a:solidFill>
                  <a:srgbClr val="343B52"/>
                </a:solidFill>
                <a:latin typeface="IBM Plex Sans"/>
              </a:rPr>
              <a:t>Korte kop van het blok hier </a:t>
            </a:r>
          </a:p>
        </p:txBody>
      </p:sp>
      <p:sp>
        <p:nvSpPr>
          <p:cNvPr id="908" name="Rounded Rectangle 907"/>
          <p:cNvSpPr/>
          <p:nvPr/>
        </p:nvSpPr>
        <p:spPr>
          <a:xfrm>
            <a:off x="9025950" y="1737360"/>
            <a:ext cx="2450592" cy="109728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9" name="TextBox 908"/>
          <p:cNvSpPr txBox="1"/>
          <p:nvPr/>
        </p:nvSpPr>
        <p:spPr>
          <a:xfrm>
            <a:off x="9208830" y="1901952"/>
            <a:ext cx="2084832"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Tekst</a:t>
            </a:r>
          </a:p>
        </p:txBody>
      </p:sp>
      <p:sp>
        <p:nvSpPr>
          <p:cNvPr id="910" name="TextBox 909"/>
          <p:cNvSpPr txBox="1"/>
          <p:nvPr/>
        </p:nvSpPr>
        <p:spPr>
          <a:xfrm>
            <a:off x="9208830" y="2157984"/>
            <a:ext cx="2084832" cy="566928"/>
          </a:xfrm>
          <a:prstGeom prst="rect">
            <a:avLst/>
          </a:prstGeom>
          <a:noFill/>
        </p:spPr>
        <p:txBody>
          <a:bodyPr wrap="square" lIns="0" tIns="0" rIns="0" bIns="0">
            <a:spAutoFit/>
          </a:bodyPr>
          <a:lstStyle/>
          <a:p>
            <a:pPr algn="l">
              <a:lnSpc>
                <a:spcPct val="126000"/>
              </a:lnSpc>
              <a:spcBef>
                <a:spcPts val="0"/>
              </a:spcBef>
              <a:spcAft>
                <a:spcPts val="0"/>
              </a:spcAft>
            </a:pPr>
            <a:r>
              <a:rPr lang="nl-NL" sz="850" b="0" dirty="0">
                <a:solidFill>
                  <a:srgbClr val="343B52"/>
                </a:solidFill>
                <a:latin typeface="IBM Plex Sans"/>
              </a:rPr>
              <a:t>Hier komt een korte toelichting op dit onderdeel. Beschrijf.</a:t>
            </a:r>
          </a:p>
        </p:txBody>
      </p:sp>
      <p:sp>
        <p:nvSpPr>
          <p:cNvPr id="911" name="Rounded Rectangle 910"/>
          <p:cNvSpPr/>
          <p:nvPr/>
        </p:nvSpPr>
        <p:spPr>
          <a:xfrm>
            <a:off x="3196559" y="4114800"/>
            <a:ext cx="2450592" cy="109728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TextBox 911"/>
          <p:cNvSpPr txBox="1"/>
          <p:nvPr/>
        </p:nvSpPr>
        <p:spPr>
          <a:xfrm>
            <a:off x="3379439" y="4279392"/>
            <a:ext cx="2084832"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blok</a:t>
            </a:r>
          </a:p>
        </p:txBody>
      </p:sp>
      <p:sp>
        <p:nvSpPr>
          <p:cNvPr id="913" name="TextBox 912"/>
          <p:cNvSpPr txBox="1"/>
          <p:nvPr/>
        </p:nvSpPr>
        <p:spPr>
          <a:xfrm>
            <a:off x="3379439" y="4535424"/>
            <a:ext cx="2084832" cy="566928"/>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14" name="Rounded Rectangle 913"/>
          <p:cNvSpPr/>
          <p:nvPr/>
        </p:nvSpPr>
        <p:spPr>
          <a:xfrm>
            <a:off x="9025950" y="4114800"/>
            <a:ext cx="2450592" cy="109728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9208830" y="4279392"/>
            <a:ext cx="2084832"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16" name="TextBox 915"/>
          <p:cNvSpPr txBox="1"/>
          <p:nvPr/>
        </p:nvSpPr>
        <p:spPr>
          <a:xfrm>
            <a:off x="9208830" y="4535424"/>
            <a:ext cx="2084832" cy="566928"/>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17" name="Rounded Rectangle 916"/>
          <p:cNvSpPr/>
          <p:nvPr/>
        </p:nvSpPr>
        <p:spPr>
          <a:xfrm>
            <a:off x="6058631" y="2816352"/>
            <a:ext cx="2560320" cy="1225296"/>
          </a:xfrm>
          <a:prstGeom prst="roundRect">
            <a:avLst>
              <a:gd name="adj" fmla="val 12000"/>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TextBox 917"/>
          <p:cNvSpPr txBox="1"/>
          <p:nvPr/>
        </p:nvSpPr>
        <p:spPr>
          <a:xfrm>
            <a:off x="6259799" y="3054096"/>
            <a:ext cx="2157984" cy="256032"/>
          </a:xfrm>
          <a:prstGeom prst="rect">
            <a:avLst/>
          </a:prstGeom>
          <a:noFill/>
        </p:spPr>
        <p:txBody>
          <a:bodyPr wrap="square" lIns="0" tIns="0" rIns="0" bIns="0">
            <a:spAutoFit/>
          </a:bodyPr>
          <a:lstStyle/>
          <a:p>
            <a:pPr algn="ctr">
              <a:lnSpc>
                <a:spcPct val="112000"/>
              </a:lnSpc>
              <a:spcBef>
                <a:spcPts val="0"/>
              </a:spcBef>
              <a:spcAft>
                <a:spcPts val="0"/>
              </a:spcAft>
            </a:pPr>
            <a:r>
              <a:rPr lang="nl-NL" sz="1350" b="1">
                <a:solidFill>
                  <a:srgbClr val="FFFFFF"/>
                </a:solidFill>
                <a:latin typeface="IBM Plex Sans"/>
              </a:rPr>
              <a:t>Kop blok</a:t>
            </a:r>
          </a:p>
        </p:txBody>
      </p:sp>
      <p:sp>
        <p:nvSpPr>
          <p:cNvPr id="919" name="TextBox 918"/>
          <p:cNvSpPr txBox="1"/>
          <p:nvPr/>
        </p:nvSpPr>
        <p:spPr>
          <a:xfrm>
            <a:off x="6259799" y="3364992"/>
            <a:ext cx="2157984" cy="438912"/>
          </a:xfrm>
          <a:prstGeom prst="rect">
            <a:avLst/>
          </a:prstGeom>
          <a:noFill/>
        </p:spPr>
        <p:txBody>
          <a:bodyPr wrap="square" lIns="0" tIns="0" rIns="0" bIns="0">
            <a:spAutoFit/>
          </a:bodyPr>
          <a:lstStyle/>
          <a:p>
            <a:pPr algn="ctr">
              <a:lnSpc>
                <a:spcPct val="124000"/>
              </a:lnSpc>
              <a:spcBef>
                <a:spcPts val="0"/>
              </a:spcBef>
              <a:spcAft>
                <a:spcPts val="0"/>
              </a:spcAft>
            </a:pPr>
            <a:r>
              <a:rPr lang="nl-NL" sz="850" b="0">
                <a:solidFill>
                  <a:srgbClr val="7FD9CD"/>
                </a:solidFill>
                <a:latin typeface="IBM Plex Sans"/>
              </a:rPr>
              <a:t>Korte kop met omschrijving van het blok</a:t>
            </a:r>
          </a:p>
        </p:txBody>
      </p:sp>
      <p:sp>
        <p:nvSpPr>
          <p:cNvPr id="920" name="Rounded Rectangle 919"/>
          <p:cNvSpPr/>
          <p:nvPr/>
        </p:nvSpPr>
        <p:spPr>
          <a:xfrm>
            <a:off x="3196559" y="5358384"/>
            <a:ext cx="8279983" cy="822960"/>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1" name="TextBox 920"/>
          <p:cNvSpPr txBox="1"/>
          <p:nvPr/>
        </p:nvSpPr>
        <p:spPr>
          <a:xfrm>
            <a:off x="3489167" y="5541264"/>
            <a:ext cx="7694767" cy="457200"/>
          </a:xfrm>
          <a:prstGeom prst="rect">
            <a:avLst/>
          </a:prstGeom>
          <a:noFill/>
        </p:spPr>
        <p:txBody>
          <a:bodyPr wrap="square" lIns="0" tIns="0" rIns="0" bIns="0">
            <a:spAutoFit/>
          </a:bodyPr>
          <a:lstStyle/>
          <a:p>
            <a:pPr algn="l">
              <a:lnSpc>
                <a:spcPct val="122000"/>
              </a:lnSpc>
              <a:spcBef>
                <a:spcPts val="0"/>
              </a:spcBef>
              <a:spcAft>
                <a:spcPts val="0"/>
              </a:spcAft>
            </a:pPr>
            <a:r>
              <a:rPr lang="nl-NL" sz="1100" b="1">
                <a:solidFill>
                  <a:srgbClr val="FFFFFF"/>
                </a:solidFill>
                <a:latin typeface="IBM Plex Sans"/>
              </a:rPr>
              <a:t>Hier komt een korte toelichting op dit onderdeel. Beschrijf in een paar zinnen de kern, de onderbouwing.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5  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6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 wat dit betekent voor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8}" type="slidenum">
              <a:rPr lang="nl-NL" sz="675">
                <a:solidFill>
                  <a:srgbClr val="FFFFFF"/>
                </a:solidFill>
                <a:latin typeface="IBM Plex Sans"/>
              </a:rPr>
              <a:t>8</a:t>
            </a:fld>
            <a:endParaRPr lang="nl-NL" sz="675"/>
          </a:p>
        </p:txBody>
      </p:sp>
      <p:sp>
        <p:nvSpPr>
          <p:cNvPr id="901" name="Rounded Rectangle 900"/>
          <p:cNvSpPr/>
          <p:nvPr/>
        </p:nvSpPr>
        <p:spPr>
          <a:xfrm>
            <a:off x="3196559" y="1883664"/>
            <a:ext cx="1524323" cy="237744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212140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379439" y="2231136"/>
            <a:ext cx="1158563" cy="274320"/>
          </a:xfrm>
          <a:prstGeom prst="rect">
            <a:avLst/>
          </a:prstGeom>
          <a:noFill/>
        </p:spPr>
        <p:txBody>
          <a:bodyPr wrap="square" lIns="0" tIns="0" rIns="0" bIns="0">
            <a:spAutoFit/>
          </a:bodyPr>
          <a:lstStyle/>
          <a:p>
            <a:pPr algn="l">
              <a:lnSpc>
                <a:spcPct val="100000"/>
              </a:lnSpc>
              <a:spcBef>
                <a:spcPts val="0"/>
              </a:spcBef>
              <a:spcAft>
                <a:spcPts val="0"/>
              </a:spcAft>
            </a:pPr>
            <a:r>
              <a:rPr lang="nl-NL" sz="1700" b="1">
                <a:solidFill>
                  <a:srgbClr val="00B49C"/>
                </a:solidFill>
                <a:latin typeface="IBM Plex Mono"/>
              </a:rPr>
              <a:t>1</a:t>
            </a:r>
          </a:p>
        </p:txBody>
      </p:sp>
      <p:sp>
        <p:nvSpPr>
          <p:cNvPr id="904" name="TextBox 903"/>
          <p:cNvSpPr txBox="1"/>
          <p:nvPr/>
        </p:nvSpPr>
        <p:spPr>
          <a:xfrm>
            <a:off x="3379439" y="2560320"/>
            <a:ext cx="1158563" cy="658368"/>
          </a:xfrm>
          <a:prstGeom prst="rect">
            <a:avLst/>
          </a:prstGeom>
          <a:noFill/>
        </p:spPr>
        <p:txBody>
          <a:bodyPr wrap="square" lIns="0" tIns="0" rIns="0" bIns="0">
            <a:spAutoFit/>
          </a:bodyPr>
          <a:lstStyle/>
          <a:p>
            <a:pPr algn="l">
              <a:lnSpc>
                <a:spcPct val="116000"/>
              </a:lnSpc>
              <a:spcBef>
                <a:spcPts val="0"/>
              </a:spcBef>
              <a:spcAft>
                <a:spcPts val="0"/>
              </a:spcAft>
            </a:pPr>
            <a:r>
              <a:rPr lang="nl-NL" sz="1100" b="1">
                <a:solidFill>
                  <a:srgbClr val="101D4F"/>
                </a:solidFill>
                <a:latin typeface="IBM Plex Sans"/>
              </a:rPr>
              <a:t>Kop van het blok</a:t>
            </a:r>
          </a:p>
        </p:txBody>
      </p:sp>
      <p:sp>
        <p:nvSpPr>
          <p:cNvPr id="905" name="TextBox 904"/>
          <p:cNvSpPr txBox="1"/>
          <p:nvPr/>
        </p:nvSpPr>
        <p:spPr>
          <a:xfrm>
            <a:off x="3379439" y="3255264"/>
            <a:ext cx="1158563" cy="822960"/>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06" name="Rounded Rectangle 905"/>
          <p:cNvSpPr/>
          <p:nvPr/>
        </p:nvSpPr>
        <p:spPr>
          <a:xfrm>
            <a:off x="4885474" y="1883664"/>
            <a:ext cx="1524323" cy="237744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Rounded Rectangle 906"/>
          <p:cNvSpPr/>
          <p:nvPr/>
        </p:nvSpPr>
        <p:spPr>
          <a:xfrm>
            <a:off x="5104930" y="212140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5068354" y="2231136"/>
            <a:ext cx="1158563" cy="274320"/>
          </a:xfrm>
          <a:prstGeom prst="rect">
            <a:avLst/>
          </a:prstGeom>
          <a:noFill/>
        </p:spPr>
        <p:txBody>
          <a:bodyPr wrap="square" lIns="0" tIns="0" rIns="0" bIns="0">
            <a:spAutoFit/>
          </a:bodyPr>
          <a:lstStyle/>
          <a:p>
            <a:pPr algn="l">
              <a:lnSpc>
                <a:spcPct val="100000"/>
              </a:lnSpc>
              <a:spcBef>
                <a:spcPts val="0"/>
              </a:spcBef>
              <a:spcAft>
                <a:spcPts val="0"/>
              </a:spcAft>
            </a:pPr>
            <a:r>
              <a:rPr lang="nl-NL" sz="1700" b="1">
                <a:solidFill>
                  <a:srgbClr val="EF174D"/>
                </a:solidFill>
                <a:latin typeface="IBM Plex Mono"/>
              </a:rPr>
              <a:t>2</a:t>
            </a:r>
          </a:p>
        </p:txBody>
      </p:sp>
      <p:sp>
        <p:nvSpPr>
          <p:cNvPr id="909" name="TextBox 908"/>
          <p:cNvSpPr txBox="1"/>
          <p:nvPr/>
        </p:nvSpPr>
        <p:spPr>
          <a:xfrm>
            <a:off x="5068354" y="2560320"/>
            <a:ext cx="1158563" cy="658368"/>
          </a:xfrm>
          <a:prstGeom prst="rect">
            <a:avLst/>
          </a:prstGeom>
          <a:noFill/>
        </p:spPr>
        <p:txBody>
          <a:bodyPr wrap="square" lIns="0" tIns="0" rIns="0" bIns="0">
            <a:spAutoFit/>
          </a:bodyPr>
          <a:lstStyle/>
          <a:p>
            <a:pPr algn="l">
              <a:lnSpc>
                <a:spcPct val="116000"/>
              </a:lnSpc>
              <a:spcBef>
                <a:spcPts val="0"/>
              </a:spcBef>
              <a:spcAft>
                <a:spcPts val="0"/>
              </a:spcAft>
            </a:pPr>
            <a:r>
              <a:rPr lang="nl-NL" sz="1100" b="1">
                <a:solidFill>
                  <a:srgbClr val="101D4F"/>
                </a:solidFill>
                <a:latin typeface="IBM Plex Sans"/>
              </a:rPr>
              <a:t>Kop van het blok</a:t>
            </a:r>
          </a:p>
        </p:txBody>
      </p:sp>
      <p:sp>
        <p:nvSpPr>
          <p:cNvPr id="910" name="TextBox 909"/>
          <p:cNvSpPr txBox="1"/>
          <p:nvPr/>
        </p:nvSpPr>
        <p:spPr>
          <a:xfrm>
            <a:off x="5068354" y="3255264"/>
            <a:ext cx="1158563" cy="822960"/>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a:t>
            </a:r>
          </a:p>
        </p:txBody>
      </p:sp>
      <p:sp>
        <p:nvSpPr>
          <p:cNvPr id="911" name="Rounded Rectangle 910"/>
          <p:cNvSpPr/>
          <p:nvPr/>
        </p:nvSpPr>
        <p:spPr>
          <a:xfrm>
            <a:off x="6574389" y="1883664"/>
            <a:ext cx="1524323" cy="237744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Rounded Rectangle 911"/>
          <p:cNvSpPr/>
          <p:nvPr/>
        </p:nvSpPr>
        <p:spPr>
          <a:xfrm>
            <a:off x="6793845" y="212140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3" name="TextBox 912"/>
          <p:cNvSpPr txBox="1"/>
          <p:nvPr/>
        </p:nvSpPr>
        <p:spPr>
          <a:xfrm>
            <a:off x="6757269" y="2231136"/>
            <a:ext cx="1158563" cy="274320"/>
          </a:xfrm>
          <a:prstGeom prst="rect">
            <a:avLst/>
          </a:prstGeom>
          <a:noFill/>
        </p:spPr>
        <p:txBody>
          <a:bodyPr wrap="square" lIns="0" tIns="0" rIns="0" bIns="0">
            <a:spAutoFit/>
          </a:bodyPr>
          <a:lstStyle/>
          <a:p>
            <a:pPr algn="l">
              <a:lnSpc>
                <a:spcPct val="100000"/>
              </a:lnSpc>
              <a:spcBef>
                <a:spcPts val="0"/>
              </a:spcBef>
              <a:spcAft>
                <a:spcPts val="0"/>
              </a:spcAft>
            </a:pPr>
            <a:r>
              <a:rPr lang="nl-NL" sz="1700" b="1">
                <a:solidFill>
                  <a:srgbClr val="00B49C"/>
                </a:solidFill>
                <a:latin typeface="IBM Plex Mono"/>
              </a:rPr>
              <a:t>3</a:t>
            </a:r>
          </a:p>
        </p:txBody>
      </p:sp>
      <p:sp>
        <p:nvSpPr>
          <p:cNvPr id="914" name="TextBox 913"/>
          <p:cNvSpPr txBox="1"/>
          <p:nvPr/>
        </p:nvSpPr>
        <p:spPr>
          <a:xfrm>
            <a:off x="6757269" y="2560320"/>
            <a:ext cx="1158563" cy="658368"/>
          </a:xfrm>
          <a:prstGeom prst="rect">
            <a:avLst/>
          </a:prstGeom>
          <a:noFill/>
        </p:spPr>
        <p:txBody>
          <a:bodyPr wrap="square" lIns="0" tIns="0" rIns="0" bIns="0">
            <a:spAutoFit/>
          </a:bodyPr>
          <a:lstStyle/>
          <a:p>
            <a:pPr algn="l">
              <a:lnSpc>
                <a:spcPct val="116000"/>
              </a:lnSpc>
              <a:spcBef>
                <a:spcPts val="0"/>
              </a:spcBef>
              <a:spcAft>
                <a:spcPts val="0"/>
              </a:spcAft>
            </a:pPr>
            <a:r>
              <a:rPr lang="nl-NL" sz="1100" b="1">
                <a:solidFill>
                  <a:srgbClr val="101D4F"/>
                </a:solidFill>
                <a:latin typeface="IBM Plex Sans"/>
              </a:rPr>
              <a:t>Kop van het blok</a:t>
            </a:r>
          </a:p>
        </p:txBody>
      </p:sp>
      <p:sp>
        <p:nvSpPr>
          <p:cNvPr id="915" name="TextBox 914"/>
          <p:cNvSpPr txBox="1"/>
          <p:nvPr/>
        </p:nvSpPr>
        <p:spPr>
          <a:xfrm>
            <a:off x="6757269" y="3255264"/>
            <a:ext cx="1158563" cy="822960"/>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16" name="Rounded Rectangle 915"/>
          <p:cNvSpPr/>
          <p:nvPr/>
        </p:nvSpPr>
        <p:spPr>
          <a:xfrm>
            <a:off x="8263304" y="1883664"/>
            <a:ext cx="1524323" cy="237744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7" name="Rounded Rectangle 916"/>
          <p:cNvSpPr/>
          <p:nvPr/>
        </p:nvSpPr>
        <p:spPr>
          <a:xfrm>
            <a:off x="8482760" y="2121408"/>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TextBox 917"/>
          <p:cNvSpPr txBox="1"/>
          <p:nvPr/>
        </p:nvSpPr>
        <p:spPr>
          <a:xfrm>
            <a:off x="8446184" y="2231136"/>
            <a:ext cx="1158563" cy="274320"/>
          </a:xfrm>
          <a:prstGeom prst="rect">
            <a:avLst/>
          </a:prstGeom>
          <a:noFill/>
        </p:spPr>
        <p:txBody>
          <a:bodyPr wrap="square" lIns="0" tIns="0" rIns="0" bIns="0">
            <a:spAutoFit/>
          </a:bodyPr>
          <a:lstStyle/>
          <a:p>
            <a:pPr algn="l">
              <a:lnSpc>
                <a:spcPct val="100000"/>
              </a:lnSpc>
              <a:spcBef>
                <a:spcPts val="0"/>
              </a:spcBef>
              <a:spcAft>
                <a:spcPts val="0"/>
              </a:spcAft>
            </a:pPr>
            <a:r>
              <a:rPr lang="nl-NL" sz="1700" b="1">
                <a:solidFill>
                  <a:srgbClr val="28899F"/>
                </a:solidFill>
                <a:latin typeface="IBM Plex Mono"/>
              </a:rPr>
              <a:t>4</a:t>
            </a:r>
          </a:p>
        </p:txBody>
      </p:sp>
      <p:sp>
        <p:nvSpPr>
          <p:cNvPr id="919" name="TextBox 918"/>
          <p:cNvSpPr txBox="1"/>
          <p:nvPr/>
        </p:nvSpPr>
        <p:spPr>
          <a:xfrm>
            <a:off x="8446184" y="2560320"/>
            <a:ext cx="1158563" cy="658368"/>
          </a:xfrm>
          <a:prstGeom prst="rect">
            <a:avLst/>
          </a:prstGeom>
          <a:noFill/>
        </p:spPr>
        <p:txBody>
          <a:bodyPr wrap="square" lIns="0" tIns="0" rIns="0" bIns="0">
            <a:spAutoFit/>
          </a:bodyPr>
          <a:lstStyle/>
          <a:p>
            <a:pPr algn="l">
              <a:lnSpc>
                <a:spcPct val="116000"/>
              </a:lnSpc>
              <a:spcBef>
                <a:spcPts val="0"/>
              </a:spcBef>
              <a:spcAft>
                <a:spcPts val="0"/>
              </a:spcAft>
            </a:pPr>
            <a:r>
              <a:rPr lang="nl-NL" sz="1100" b="1">
                <a:solidFill>
                  <a:srgbClr val="101D4F"/>
                </a:solidFill>
                <a:latin typeface="IBM Plex Sans"/>
              </a:rPr>
              <a:t>Kop van blok</a:t>
            </a:r>
          </a:p>
        </p:txBody>
      </p:sp>
      <p:sp>
        <p:nvSpPr>
          <p:cNvPr id="920" name="TextBox 919"/>
          <p:cNvSpPr txBox="1"/>
          <p:nvPr/>
        </p:nvSpPr>
        <p:spPr>
          <a:xfrm>
            <a:off x="8446184" y="3255264"/>
            <a:ext cx="1158563" cy="822960"/>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a:t>
            </a:r>
          </a:p>
        </p:txBody>
      </p:sp>
      <p:sp>
        <p:nvSpPr>
          <p:cNvPr id="921" name="Rounded Rectangle 920"/>
          <p:cNvSpPr/>
          <p:nvPr/>
        </p:nvSpPr>
        <p:spPr>
          <a:xfrm>
            <a:off x="9952219" y="1883664"/>
            <a:ext cx="1524323" cy="237744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2" name="Rounded Rectangle 921"/>
          <p:cNvSpPr/>
          <p:nvPr/>
        </p:nvSpPr>
        <p:spPr>
          <a:xfrm>
            <a:off x="10171675" y="2121408"/>
            <a:ext cx="384048" cy="54864"/>
          </a:xfrm>
          <a:prstGeom prst="roundRect">
            <a:avLst>
              <a:gd name="adj" fmla="val 50000"/>
            </a:avLst>
          </a:prstGeom>
          <a:solidFill>
            <a:srgbClr val="101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3" name="TextBox 922"/>
          <p:cNvSpPr txBox="1"/>
          <p:nvPr/>
        </p:nvSpPr>
        <p:spPr>
          <a:xfrm>
            <a:off x="10135099" y="2231136"/>
            <a:ext cx="1158563" cy="274320"/>
          </a:xfrm>
          <a:prstGeom prst="rect">
            <a:avLst/>
          </a:prstGeom>
          <a:noFill/>
        </p:spPr>
        <p:txBody>
          <a:bodyPr wrap="square" lIns="0" tIns="0" rIns="0" bIns="0">
            <a:spAutoFit/>
          </a:bodyPr>
          <a:lstStyle/>
          <a:p>
            <a:pPr algn="l">
              <a:lnSpc>
                <a:spcPct val="100000"/>
              </a:lnSpc>
              <a:spcBef>
                <a:spcPts val="0"/>
              </a:spcBef>
              <a:spcAft>
                <a:spcPts val="0"/>
              </a:spcAft>
            </a:pPr>
            <a:r>
              <a:rPr lang="nl-NL" sz="1700" b="1">
                <a:solidFill>
                  <a:srgbClr val="101D4F"/>
                </a:solidFill>
                <a:latin typeface="IBM Plex Mono"/>
              </a:rPr>
              <a:t>5</a:t>
            </a:r>
          </a:p>
        </p:txBody>
      </p:sp>
      <p:sp>
        <p:nvSpPr>
          <p:cNvPr id="924" name="TextBox 923"/>
          <p:cNvSpPr txBox="1"/>
          <p:nvPr/>
        </p:nvSpPr>
        <p:spPr>
          <a:xfrm>
            <a:off x="10135099" y="2560320"/>
            <a:ext cx="1158563" cy="658368"/>
          </a:xfrm>
          <a:prstGeom prst="rect">
            <a:avLst/>
          </a:prstGeom>
          <a:noFill/>
        </p:spPr>
        <p:txBody>
          <a:bodyPr wrap="square" lIns="0" tIns="0" rIns="0" bIns="0">
            <a:spAutoFit/>
          </a:bodyPr>
          <a:lstStyle/>
          <a:p>
            <a:pPr algn="l">
              <a:lnSpc>
                <a:spcPct val="116000"/>
              </a:lnSpc>
              <a:spcBef>
                <a:spcPts val="0"/>
              </a:spcBef>
              <a:spcAft>
                <a:spcPts val="0"/>
              </a:spcAft>
            </a:pPr>
            <a:r>
              <a:rPr lang="nl-NL" sz="1100" b="1">
                <a:solidFill>
                  <a:srgbClr val="101D4F"/>
                </a:solidFill>
                <a:latin typeface="IBM Plex Sans"/>
              </a:rPr>
              <a:t>Kop van het blok</a:t>
            </a:r>
          </a:p>
        </p:txBody>
      </p:sp>
      <p:sp>
        <p:nvSpPr>
          <p:cNvPr id="925" name="TextBox 924"/>
          <p:cNvSpPr txBox="1"/>
          <p:nvPr/>
        </p:nvSpPr>
        <p:spPr>
          <a:xfrm>
            <a:off x="10135099" y="3255264"/>
            <a:ext cx="1158563" cy="822960"/>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26" name="Rounded Rectangle 925"/>
          <p:cNvSpPr/>
          <p:nvPr/>
        </p:nvSpPr>
        <p:spPr>
          <a:xfrm>
            <a:off x="3196559" y="4517136"/>
            <a:ext cx="8279983" cy="1097280"/>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7" name="TextBox 926"/>
          <p:cNvSpPr txBox="1"/>
          <p:nvPr/>
        </p:nvSpPr>
        <p:spPr>
          <a:xfrm>
            <a:off x="3489167" y="4700016"/>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a:t>
            </a:r>
          </a:p>
        </p:txBody>
      </p:sp>
      <p:sp>
        <p:nvSpPr>
          <p:cNvPr id="928" name="TextBox 927"/>
          <p:cNvSpPr txBox="1"/>
          <p:nvPr/>
        </p:nvSpPr>
        <p:spPr>
          <a:xfrm>
            <a:off x="3489167" y="4992624"/>
            <a:ext cx="7694767" cy="475488"/>
          </a:xfrm>
          <a:prstGeom prst="rect">
            <a:avLst/>
          </a:prstGeom>
          <a:noFill/>
        </p:spPr>
        <p:txBody>
          <a:bodyPr wrap="square" lIns="0" tIns="0" rIns="0" bIns="0">
            <a:spAutoFit/>
          </a:bodyPr>
          <a:lstStyle/>
          <a:p>
            <a:pPr algn="l">
              <a:lnSpc>
                <a:spcPct val="130000"/>
              </a:lnSpc>
              <a:spcBef>
                <a:spcPts val="0"/>
              </a:spcBef>
              <a:spcAft>
                <a:spcPts val="0"/>
              </a:spcAft>
            </a:pPr>
            <a:r>
              <a:rPr lang="nl-NL" sz="950" b="0">
                <a:solidFill>
                  <a:srgbClr val="C3C8D4"/>
                </a:solidFill>
                <a:latin typeface="IBM Plex Sans"/>
              </a:rPr>
              <a:t>Hier komt een korte toelichting op dit onderdeel. Beschrijf in een paar zinnen de kern, de onderbouwing en wat dit betekent voor de lezer. Houd de tekst bondig en concreet. Hier komt een korte.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09}" type="slidenum">
              <a:rPr lang="nl-NL" sz="675">
                <a:solidFill>
                  <a:srgbClr val="FFFFFF"/>
                </a:solidFill>
                <a:latin typeface="IBM Plex Sans"/>
              </a:rPr>
              <a:t>9</a:t>
            </a:fld>
            <a:endParaRPr lang="nl-NL" sz="675"/>
          </a:p>
        </p:txBody>
      </p:sp>
      <p:sp>
        <p:nvSpPr>
          <p:cNvPr id="901" name="Rounded Rectangle 900"/>
          <p:cNvSpPr/>
          <p:nvPr/>
        </p:nvSpPr>
        <p:spPr>
          <a:xfrm>
            <a:off x="3196559" y="1810512"/>
            <a:ext cx="3163824" cy="2761488"/>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2048256"/>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16015" y="2212848"/>
            <a:ext cx="2724912" cy="182880"/>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717A98"/>
                </a:solidFill>
                <a:latin typeface="IBM Plex Sans"/>
              </a:rPr>
              <a:t>LABEL VAN HET BLOK</a:t>
            </a:r>
          </a:p>
        </p:txBody>
      </p:sp>
      <p:sp>
        <p:nvSpPr>
          <p:cNvPr id="904" name="TextBox 903"/>
          <p:cNvSpPr txBox="1"/>
          <p:nvPr/>
        </p:nvSpPr>
        <p:spPr>
          <a:xfrm>
            <a:off x="3416015" y="2432304"/>
            <a:ext cx="2724912" cy="274320"/>
          </a:xfrm>
          <a:prstGeom prst="rect">
            <a:avLst/>
          </a:prstGeom>
          <a:noFill/>
        </p:spPr>
        <p:txBody>
          <a:bodyPr wrap="square" lIns="0" tIns="0" rIns="0" bIns="0">
            <a:spAutoFit/>
          </a:bodyPr>
          <a:lstStyle/>
          <a:p>
            <a:pPr algn="l">
              <a:lnSpc>
                <a:spcPct val="114000"/>
              </a:lnSpc>
              <a:spcBef>
                <a:spcPts val="0"/>
              </a:spcBef>
              <a:spcAft>
                <a:spcPts val="0"/>
              </a:spcAft>
            </a:pPr>
            <a:r>
              <a:rPr lang="nl-NL" sz="1500" b="1">
                <a:solidFill>
                  <a:srgbClr val="101D4F"/>
                </a:solidFill>
                <a:latin typeface="IBM Plex Sans"/>
              </a:rPr>
              <a:t>Kop van het blok</a:t>
            </a:r>
          </a:p>
        </p:txBody>
      </p:sp>
      <p:sp>
        <p:nvSpPr>
          <p:cNvPr id="905" name="TextBox 904"/>
          <p:cNvSpPr txBox="1"/>
          <p:nvPr/>
        </p:nvSpPr>
        <p:spPr>
          <a:xfrm>
            <a:off x="3416015" y="2779776"/>
            <a:ext cx="2724912" cy="1097280"/>
          </a:xfrm>
          <a:prstGeom prst="rect">
            <a:avLst/>
          </a:prstGeom>
          <a:noFill/>
        </p:spPr>
        <p:txBody>
          <a:bodyPr wrap="square" lIns="0" tIns="0" rIns="0" bIns="0">
            <a:spAutoFit/>
          </a:bodyPr>
          <a:lstStyle/>
          <a:p>
            <a:pPr algn="l">
              <a:lnSpc>
                <a:spcPct val="132000"/>
              </a:lnSpc>
              <a:spcBef>
                <a:spcPts val="0"/>
              </a:spcBef>
              <a:spcAft>
                <a:spcPts val="0"/>
              </a:spcAft>
            </a:pPr>
            <a:r>
              <a:rPr lang="nl-NL" sz="950" b="0">
                <a:solidFill>
                  <a:srgbClr val="343B52"/>
                </a:solidFill>
                <a:latin typeface="IBM Plex Sans"/>
              </a:rPr>
              <a:t>Hier komt een korte toelichting op dit onderdeel. Beschrijf in een paar zinnen de kern, de onderbouwing en wat dit betekent voor de lezer. Houd de tekst bondig en concreet. Hier komt een korte.</a:t>
            </a:r>
          </a:p>
        </p:txBody>
      </p:sp>
      <p:sp>
        <p:nvSpPr>
          <p:cNvPr id="906" name="Rounded Rectangle 905"/>
          <p:cNvSpPr/>
          <p:nvPr/>
        </p:nvSpPr>
        <p:spPr>
          <a:xfrm>
            <a:off x="3416015" y="4078224"/>
            <a:ext cx="2103120" cy="274320"/>
          </a:xfrm>
          <a:prstGeom prst="roundRect">
            <a:avLst>
              <a:gd name="adj" fmla="val 50000"/>
            </a:avLst>
          </a:prstGeom>
          <a:noFill/>
          <a:ln w="12700">
            <a:solidFill>
              <a:srgbClr val="00B49C"/>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pPr>
            <a:r>
              <a:rPr lang="nl-NL" sz="750" b="1">
                <a:solidFill>
                  <a:srgbClr val="00B49C"/>
                </a:solidFill>
                <a:latin typeface="IBM Plex Sans"/>
              </a:rPr>
              <a:t>Korte kop van het blok hier</a:t>
            </a:r>
          </a:p>
        </p:txBody>
      </p:sp>
      <p:sp>
        <p:nvSpPr>
          <p:cNvPr id="907" name="Rounded Rectangle 906"/>
          <p:cNvSpPr/>
          <p:nvPr/>
        </p:nvSpPr>
        <p:spPr>
          <a:xfrm>
            <a:off x="6561551" y="1810512"/>
            <a:ext cx="4914991" cy="85953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6781007" y="1993392"/>
            <a:ext cx="786384"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00B49C"/>
                </a:solidFill>
                <a:latin typeface="IBM Plex Mono"/>
              </a:rPr>
              <a:t>≥ 00</a:t>
            </a:r>
          </a:p>
        </p:txBody>
      </p:sp>
      <p:sp>
        <p:nvSpPr>
          <p:cNvPr id="909" name="TextBox 908"/>
          <p:cNvSpPr txBox="1"/>
          <p:nvPr/>
        </p:nvSpPr>
        <p:spPr>
          <a:xfrm>
            <a:off x="7658831" y="1975104"/>
            <a:ext cx="3598255" cy="201168"/>
          </a:xfrm>
          <a:prstGeom prst="rect">
            <a:avLst/>
          </a:prstGeom>
          <a:noFill/>
        </p:spPr>
        <p:txBody>
          <a:bodyPr wrap="square" lIns="0" tIns="0" rIns="0" bIns="0">
            <a:spAutoFit/>
          </a:bodyPr>
          <a:lstStyle/>
          <a:p>
            <a:pPr algn="l">
              <a:lnSpc>
                <a:spcPct val="112000"/>
              </a:lnSpc>
              <a:spcBef>
                <a:spcPts val="0"/>
              </a:spcBef>
              <a:spcAft>
                <a:spcPts val="0"/>
              </a:spcAft>
            </a:pPr>
            <a:r>
              <a:rPr lang="nl-NL" sz="1100" b="1">
                <a:solidFill>
                  <a:srgbClr val="101D4F"/>
                </a:solidFill>
                <a:latin typeface="IBM Plex Sans"/>
              </a:rPr>
              <a:t>Kop blok</a:t>
            </a:r>
          </a:p>
        </p:txBody>
      </p:sp>
      <p:sp>
        <p:nvSpPr>
          <p:cNvPr id="910" name="TextBox 909"/>
          <p:cNvSpPr txBox="1"/>
          <p:nvPr/>
        </p:nvSpPr>
        <p:spPr>
          <a:xfrm>
            <a:off x="7658831" y="2212848"/>
            <a:ext cx="3598255" cy="384048"/>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 Beschrijf in een paar zinnen de kern.</a:t>
            </a:r>
          </a:p>
        </p:txBody>
      </p:sp>
      <p:sp>
        <p:nvSpPr>
          <p:cNvPr id="911" name="Rounded Rectangle 910"/>
          <p:cNvSpPr/>
          <p:nvPr/>
        </p:nvSpPr>
        <p:spPr>
          <a:xfrm>
            <a:off x="6561551" y="2761488"/>
            <a:ext cx="4914991" cy="85953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TextBox 911"/>
          <p:cNvSpPr txBox="1"/>
          <p:nvPr/>
        </p:nvSpPr>
        <p:spPr>
          <a:xfrm>
            <a:off x="6781007" y="2944368"/>
            <a:ext cx="786384"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00B49C"/>
                </a:solidFill>
                <a:latin typeface="IBM Plex Mono"/>
              </a:rPr>
              <a:t>≥ 00</a:t>
            </a:r>
          </a:p>
        </p:txBody>
      </p:sp>
      <p:sp>
        <p:nvSpPr>
          <p:cNvPr id="913" name="TextBox 912"/>
          <p:cNvSpPr txBox="1"/>
          <p:nvPr/>
        </p:nvSpPr>
        <p:spPr>
          <a:xfrm>
            <a:off x="7658831" y="2926080"/>
            <a:ext cx="3598255" cy="201168"/>
          </a:xfrm>
          <a:prstGeom prst="rect">
            <a:avLst/>
          </a:prstGeom>
          <a:noFill/>
        </p:spPr>
        <p:txBody>
          <a:bodyPr wrap="square" lIns="0" tIns="0" rIns="0" bIns="0">
            <a:spAutoFit/>
          </a:bodyPr>
          <a:lstStyle/>
          <a:p>
            <a:pPr algn="l">
              <a:lnSpc>
                <a:spcPct val="112000"/>
              </a:lnSpc>
              <a:spcBef>
                <a:spcPts val="0"/>
              </a:spcBef>
              <a:spcAft>
                <a:spcPts val="0"/>
              </a:spcAft>
            </a:pPr>
            <a:r>
              <a:rPr lang="nl-NL" sz="1100" b="1">
                <a:solidFill>
                  <a:srgbClr val="101D4F"/>
                </a:solidFill>
                <a:latin typeface="IBM Plex Sans"/>
              </a:rPr>
              <a:t>Tekst</a:t>
            </a:r>
          </a:p>
        </p:txBody>
      </p:sp>
      <p:sp>
        <p:nvSpPr>
          <p:cNvPr id="914" name="TextBox 913"/>
          <p:cNvSpPr txBox="1"/>
          <p:nvPr/>
        </p:nvSpPr>
        <p:spPr>
          <a:xfrm>
            <a:off x="7658831" y="3163824"/>
            <a:ext cx="3598255" cy="384048"/>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15" name="Rounded Rectangle 914"/>
          <p:cNvSpPr/>
          <p:nvPr/>
        </p:nvSpPr>
        <p:spPr>
          <a:xfrm>
            <a:off x="6561551" y="3712464"/>
            <a:ext cx="4914991" cy="85953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6" name="TextBox 915"/>
          <p:cNvSpPr txBox="1"/>
          <p:nvPr/>
        </p:nvSpPr>
        <p:spPr>
          <a:xfrm>
            <a:off x="6781007" y="3895344"/>
            <a:ext cx="786384"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00B49C"/>
                </a:solidFill>
                <a:latin typeface="IBM Plex Mono"/>
              </a:rPr>
              <a:t>00%</a:t>
            </a:r>
          </a:p>
        </p:txBody>
      </p:sp>
      <p:sp>
        <p:nvSpPr>
          <p:cNvPr id="917" name="TextBox 916"/>
          <p:cNvSpPr txBox="1"/>
          <p:nvPr/>
        </p:nvSpPr>
        <p:spPr>
          <a:xfrm>
            <a:off x="7658831" y="3877056"/>
            <a:ext cx="3598255" cy="201168"/>
          </a:xfrm>
          <a:prstGeom prst="rect">
            <a:avLst/>
          </a:prstGeom>
          <a:noFill/>
        </p:spPr>
        <p:txBody>
          <a:bodyPr wrap="square" lIns="0" tIns="0" rIns="0" bIns="0">
            <a:spAutoFit/>
          </a:bodyPr>
          <a:lstStyle/>
          <a:p>
            <a:pPr algn="l">
              <a:lnSpc>
                <a:spcPct val="112000"/>
              </a:lnSpc>
              <a:spcBef>
                <a:spcPts val="0"/>
              </a:spcBef>
              <a:spcAft>
                <a:spcPts val="0"/>
              </a:spcAft>
            </a:pPr>
            <a:r>
              <a:rPr lang="nl-NL" sz="1100" b="1">
                <a:solidFill>
                  <a:srgbClr val="101D4F"/>
                </a:solidFill>
                <a:latin typeface="IBM Plex Sans"/>
              </a:rPr>
              <a:t>Kop blok</a:t>
            </a:r>
          </a:p>
        </p:txBody>
      </p:sp>
      <p:sp>
        <p:nvSpPr>
          <p:cNvPr id="918" name="TextBox 917"/>
          <p:cNvSpPr txBox="1"/>
          <p:nvPr/>
        </p:nvSpPr>
        <p:spPr>
          <a:xfrm>
            <a:off x="7658831" y="4114800"/>
            <a:ext cx="3598255" cy="384048"/>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 Beschrijf in een paar.</a:t>
            </a:r>
          </a:p>
        </p:txBody>
      </p:sp>
      <p:sp>
        <p:nvSpPr>
          <p:cNvPr id="919" name="Rounded Rectangle 918"/>
          <p:cNvSpPr/>
          <p:nvPr/>
        </p:nvSpPr>
        <p:spPr>
          <a:xfrm>
            <a:off x="3196559" y="4773168"/>
            <a:ext cx="8279983" cy="1042415"/>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0" name="TextBox 919"/>
          <p:cNvSpPr txBox="1"/>
          <p:nvPr/>
        </p:nvSpPr>
        <p:spPr>
          <a:xfrm>
            <a:off x="3489167" y="4956048"/>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BLOK</a:t>
            </a:r>
          </a:p>
        </p:txBody>
      </p:sp>
      <p:sp>
        <p:nvSpPr>
          <p:cNvPr id="921" name="TextBox 920"/>
          <p:cNvSpPr txBox="1"/>
          <p:nvPr/>
        </p:nvSpPr>
        <p:spPr>
          <a:xfrm>
            <a:off x="3489167" y="5230368"/>
            <a:ext cx="7694767" cy="402336"/>
          </a:xfrm>
          <a:prstGeom prst="rect">
            <a:avLst/>
          </a:prstGeom>
          <a:noFill/>
        </p:spPr>
        <p:txBody>
          <a:bodyPr wrap="square" lIns="0" tIns="0" rIns="0" bIns="0">
            <a:spAutoFit/>
          </a:bodyPr>
          <a:lstStyle/>
          <a:p>
            <a:pPr algn="l">
              <a:lnSpc>
                <a:spcPct val="130000"/>
              </a:lnSpc>
              <a:spcBef>
                <a:spcPts val="0"/>
              </a:spcBef>
              <a:spcAft>
                <a:spcPts val="0"/>
              </a:spcAft>
            </a:pPr>
            <a:r>
              <a:rPr lang="nl-NL" sz="950" b="0">
                <a:solidFill>
                  <a:srgbClr val="C3C8D4"/>
                </a:solidFill>
                <a:latin typeface="IBM Plex Sans"/>
              </a:rPr>
              <a:t>Hier komt een korte toelichting op dit onderdeel. Beschrijf in een paar zinnen de kern, de onderbouwing en wat.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0}" type="slidenum">
              <a:rPr lang="nl-NL" sz="675">
                <a:solidFill>
                  <a:srgbClr val="FFFFFF"/>
                </a:solidFill>
                <a:latin typeface="IBM Plex Sans"/>
              </a:rPr>
              <a:t>10</a:t>
            </a:fld>
            <a:endParaRPr lang="nl-NL" sz="675"/>
          </a:p>
        </p:txBody>
      </p:sp>
      <p:sp>
        <p:nvSpPr>
          <p:cNvPr id="901" name="Rounded Rectangle 900"/>
          <p:cNvSpPr/>
          <p:nvPr/>
        </p:nvSpPr>
        <p:spPr>
          <a:xfrm>
            <a:off x="3196559" y="1810512"/>
            <a:ext cx="2331720" cy="14264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2048256"/>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397727" y="2194560"/>
            <a:ext cx="1929384"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Korte kop van het blok</a:t>
            </a:r>
          </a:p>
        </p:txBody>
      </p:sp>
      <p:sp>
        <p:nvSpPr>
          <p:cNvPr id="904" name="TextBox 903"/>
          <p:cNvSpPr txBox="1"/>
          <p:nvPr/>
        </p:nvSpPr>
        <p:spPr>
          <a:xfrm>
            <a:off x="3397727" y="2468880"/>
            <a:ext cx="192938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 paar zinnen.</a:t>
            </a:r>
          </a:p>
        </p:txBody>
      </p:sp>
      <p:sp>
        <p:nvSpPr>
          <p:cNvPr id="905" name="Rounded Rectangle 904"/>
          <p:cNvSpPr/>
          <p:nvPr/>
        </p:nvSpPr>
        <p:spPr>
          <a:xfrm>
            <a:off x="5711159" y="1810512"/>
            <a:ext cx="2331720" cy="14264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Rounded Rectangle 905"/>
          <p:cNvSpPr/>
          <p:nvPr/>
        </p:nvSpPr>
        <p:spPr>
          <a:xfrm>
            <a:off x="5930615" y="2048256"/>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TextBox 906"/>
          <p:cNvSpPr txBox="1"/>
          <p:nvPr/>
        </p:nvSpPr>
        <p:spPr>
          <a:xfrm>
            <a:off x="5912327" y="2194560"/>
            <a:ext cx="1929384"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08" name="TextBox 907"/>
          <p:cNvSpPr txBox="1"/>
          <p:nvPr/>
        </p:nvSpPr>
        <p:spPr>
          <a:xfrm>
            <a:off x="5912327" y="2468880"/>
            <a:ext cx="192938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09" name="Rounded Rectangle 908"/>
          <p:cNvSpPr/>
          <p:nvPr/>
        </p:nvSpPr>
        <p:spPr>
          <a:xfrm>
            <a:off x="3196559" y="3346704"/>
            <a:ext cx="2331720" cy="14264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0" name="Rounded Rectangle 909"/>
          <p:cNvSpPr/>
          <p:nvPr/>
        </p:nvSpPr>
        <p:spPr>
          <a:xfrm>
            <a:off x="3416015" y="358444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1" name="TextBox 910"/>
          <p:cNvSpPr txBox="1"/>
          <p:nvPr/>
        </p:nvSpPr>
        <p:spPr>
          <a:xfrm>
            <a:off x="3397727" y="3730752"/>
            <a:ext cx="1929384"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12" name="TextBox 911"/>
          <p:cNvSpPr txBox="1"/>
          <p:nvPr/>
        </p:nvSpPr>
        <p:spPr>
          <a:xfrm>
            <a:off x="3397727" y="4005072"/>
            <a:ext cx="1929384" cy="681532"/>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 paar zinnen de kern, de onderbouwing en.</a:t>
            </a:r>
          </a:p>
        </p:txBody>
      </p:sp>
      <p:sp>
        <p:nvSpPr>
          <p:cNvPr id="913" name="Rounded Rectangle 912"/>
          <p:cNvSpPr/>
          <p:nvPr/>
        </p:nvSpPr>
        <p:spPr>
          <a:xfrm>
            <a:off x="5711159" y="3346704"/>
            <a:ext cx="2331720" cy="142646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4" name="Rounded Rectangle 913"/>
          <p:cNvSpPr/>
          <p:nvPr/>
        </p:nvSpPr>
        <p:spPr>
          <a:xfrm>
            <a:off x="5930615" y="358444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5912327" y="3730752"/>
            <a:ext cx="1929384"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het blok</a:t>
            </a:r>
          </a:p>
        </p:txBody>
      </p:sp>
      <p:sp>
        <p:nvSpPr>
          <p:cNvPr id="916" name="TextBox 915"/>
          <p:cNvSpPr txBox="1"/>
          <p:nvPr/>
        </p:nvSpPr>
        <p:spPr>
          <a:xfrm>
            <a:off x="5912327" y="4005072"/>
            <a:ext cx="192938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a:t>
            </a:r>
          </a:p>
        </p:txBody>
      </p:sp>
      <p:sp>
        <p:nvSpPr>
          <p:cNvPr id="917" name="Rounded Rectangle 916"/>
          <p:cNvSpPr/>
          <p:nvPr/>
        </p:nvSpPr>
        <p:spPr>
          <a:xfrm>
            <a:off x="8225759" y="1810512"/>
            <a:ext cx="3250783" cy="296265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Rounded Rectangle 917"/>
          <p:cNvSpPr/>
          <p:nvPr/>
        </p:nvSpPr>
        <p:spPr>
          <a:xfrm>
            <a:off x="8445215" y="2048256"/>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TextBox 918"/>
          <p:cNvSpPr txBox="1"/>
          <p:nvPr/>
        </p:nvSpPr>
        <p:spPr>
          <a:xfrm>
            <a:off x="8426927" y="2194560"/>
            <a:ext cx="2848447"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het blok</a:t>
            </a:r>
          </a:p>
        </p:txBody>
      </p:sp>
      <p:sp>
        <p:nvSpPr>
          <p:cNvPr id="920" name="Oval 919"/>
          <p:cNvSpPr/>
          <p:nvPr/>
        </p:nvSpPr>
        <p:spPr>
          <a:xfrm>
            <a:off x="8445215" y="2614208"/>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1" name="TextBox 920"/>
          <p:cNvSpPr txBox="1"/>
          <p:nvPr/>
        </p:nvSpPr>
        <p:spPr>
          <a:xfrm>
            <a:off x="8664671" y="2560320"/>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Kop van het blok</a:t>
            </a:r>
          </a:p>
        </p:txBody>
      </p:sp>
      <p:sp>
        <p:nvSpPr>
          <p:cNvPr id="922" name="Oval 921"/>
          <p:cNvSpPr/>
          <p:nvPr/>
        </p:nvSpPr>
        <p:spPr>
          <a:xfrm>
            <a:off x="8445215" y="2883194"/>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3" name="TextBox 922"/>
          <p:cNvSpPr txBox="1"/>
          <p:nvPr/>
        </p:nvSpPr>
        <p:spPr>
          <a:xfrm>
            <a:off x="8664671" y="2829305"/>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Kop van het blok</a:t>
            </a:r>
          </a:p>
        </p:txBody>
      </p:sp>
      <p:sp>
        <p:nvSpPr>
          <p:cNvPr id="924" name="Oval 923"/>
          <p:cNvSpPr/>
          <p:nvPr/>
        </p:nvSpPr>
        <p:spPr>
          <a:xfrm>
            <a:off x="8445215" y="3152180"/>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5" name="TextBox 924"/>
          <p:cNvSpPr txBox="1"/>
          <p:nvPr/>
        </p:nvSpPr>
        <p:spPr>
          <a:xfrm>
            <a:off x="8664671" y="3098291"/>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Kop van blok</a:t>
            </a:r>
          </a:p>
        </p:txBody>
      </p:sp>
      <p:sp>
        <p:nvSpPr>
          <p:cNvPr id="926" name="Oval 925"/>
          <p:cNvSpPr/>
          <p:nvPr/>
        </p:nvSpPr>
        <p:spPr>
          <a:xfrm>
            <a:off x="8445215" y="3421166"/>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TextBox 926"/>
          <p:cNvSpPr txBox="1"/>
          <p:nvPr/>
        </p:nvSpPr>
        <p:spPr>
          <a:xfrm>
            <a:off x="8664671" y="3367277"/>
            <a:ext cx="2610703"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 hier</a:t>
            </a:r>
          </a:p>
        </p:txBody>
      </p:sp>
      <p:sp>
        <p:nvSpPr>
          <p:cNvPr id="928" name="Oval 927"/>
          <p:cNvSpPr/>
          <p:nvPr/>
        </p:nvSpPr>
        <p:spPr>
          <a:xfrm>
            <a:off x="8445215" y="3858554"/>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9" name="TextBox 928"/>
          <p:cNvSpPr txBox="1"/>
          <p:nvPr/>
        </p:nvSpPr>
        <p:spPr>
          <a:xfrm>
            <a:off x="8664671" y="3804665"/>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Kop van blok</a:t>
            </a:r>
          </a:p>
        </p:txBody>
      </p:sp>
      <p:sp>
        <p:nvSpPr>
          <p:cNvPr id="930" name="Oval 929"/>
          <p:cNvSpPr/>
          <p:nvPr/>
        </p:nvSpPr>
        <p:spPr>
          <a:xfrm>
            <a:off x="8445215" y="4127540"/>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1" name="TextBox 930"/>
          <p:cNvSpPr txBox="1"/>
          <p:nvPr/>
        </p:nvSpPr>
        <p:spPr>
          <a:xfrm>
            <a:off x="8664671" y="4073651"/>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Kop van het blok</a:t>
            </a:r>
          </a:p>
        </p:txBody>
      </p:sp>
      <p:sp>
        <p:nvSpPr>
          <p:cNvPr id="932" name="Oval 931"/>
          <p:cNvSpPr/>
          <p:nvPr/>
        </p:nvSpPr>
        <p:spPr>
          <a:xfrm>
            <a:off x="8445215" y="4396526"/>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3" name="TextBox 932"/>
          <p:cNvSpPr txBox="1"/>
          <p:nvPr/>
        </p:nvSpPr>
        <p:spPr>
          <a:xfrm>
            <a:off x="8664671" y="4342637"/>
            <a:ext cx="2610703"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 hier</a:t>
            </a:r>
          </a:p>
        </p:txBody>
      </p:sp>
      <p:sp>
        <p:nvSpPr>
          <p:cNvPr id="934" name="Rounded Rectangle 933"/>
          <p:cNvSpPr/>
          <p:nvPr/>
        </p:nvSpPr>
        <p:spPr>
          <a:xfrm>
            <a:off x="3196559" y="4974336"/>
            <a:ext cx="8279983" cy="987552"/>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5" name="TextBox 934"/>
          <p:cNvSpPr txBox="1"/>
          <p:nvPr/>
        </p:nvSpPr>
        <p:spPr>
          <a:xfrm>
            <a:off x="3489167" y="5212080"/>
            <a:ext cx="7694767" cy="512064"/>
          </a:xfrm>
          <a:prstGeom prst="rect">
            <a:avLst/>
          </a:prstGeom>
          <a:noFill/>
        </p:spPr>
        <p:txBody>
          <a:bodyPr wrap="square" lIns="0" tIns="0" rIns="0" bIns="0">
            <a:spAutoFit/>
          </a:bodyPr>
          <a:lstStyle/>
          <a:p>
            <a:pPr algn="l">
              <a:lnSpc>
                <a:spcPct val="122000"/>
              </a:lnSpc>
              <a:spcBef>
                <a:spcPts val="0"/>
              </a:spcBef>
              <a:spcAft>
                <a:spcPts val="0"/>
              </a:spcAft>
            </a:pPr>
            <a:r>
              <a:rPr lang="nl-NL" sz="1150" b="1">
                <a:solidFill>
                  <a:srgbClr val="FFFFFF"/>
                </a:solidFill>
                <a:latin typeface="IBM Plex Sans"/>
              </a:rPr>
              <a:t>Hier komt een korte toelichting op dit onderdeel. Beschrijf in een paar zinnen de kern, de onderbouwing en wat dit betekent voor.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1}" type="slidenum">
              <a:rPr lang="nl-NL" sz="675">
                <a:solidFill>
                  <a:srgbClr val="FFFFFF"/>
                </a:solidFill>
                <a:latin typeface="IBM Plex Sans"/>
              </a:rPr>
              <a:t>11</a:t>
            </a:fld>
            <a:endParaRPr lang="nl-NL" sz="675"/>
          </a:p>
        </p:txBody>
      </p:sp>
      <p:sp>
        <p:nvSpPr>
          <p:cNvPr id="901" name="Rounded Rectangle 900"/>
          <p:cNvSpPr/>
          <p:nvPr/>
        </p:nvSpPr>
        <p:spPr>
          <a:xfrm>
            <a:off x="3196559" y="1755648"/>
            <a:ext cx="5577840" cy="932688"/>
          </a:xfrm>
          <a:prstGeom prst="roundRect">
            <a:avLst>
              <a:gd name="adj" fmla="val 9000"/>
            </a:avLst>
          </a:prstGeom>
          <a:solidFill>
            <a:srgbClr val="D6EEEA"/>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TextBox 901"/>
          <p:cNvSpPr txBox="1"/>
          <p:nvPr/>
        </p:nvSpPr>
        <p:spPr>
          <a:xfrm>
            <a:off x="3397727" y="1901952"/>
            <a:ext cx="365760"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101D4F"/>
                </a:solidFill>
                <a:latin typeface="IBM Plex Mono"/>
              </a:rPr>
              <a:t>1</a:t>
            </a:r>
          </a:p>
        </p:txBody>
      </p:sp>
      <p:sp>
        <p:nvSpPr>
          <p:cNvPr id="903" name="TextBox 902"/>
          <p:cNvSpPr txBox="1"/>
          <p:nvPr/>
        </p:nvSpPr>
        <p:spPr>
          <a:xfrm>
            <a:off x="3800063" y="1911095"/>
            <a:ext cx="4754879" cy="201168"/>
          </a:xfrm>
          <a:prstGeom prst="rect">
            <a:avLst/>
          </a:prstGeom>
          <a:noFill/>
        </p:spPr>
        <p:txBody>
          <a:bodyPr wrap="square" lIns="0" tIns="0" rIns="0" bIns="0">
            <a:spAutoFit/>
          </a:bodyPr>
          <a:lstStyle/>
          <a:p>
            <a:pPr algn="l">
              <a:lnSpc>
                <a:spcPct val="112000"/>
              </a:lnSpc>
              <a:spcBef>
                <a:spcPts val="0"/>
              </a:spcBef>
              <a:spcAft>
                <a:spcPts val="0"/>
              </a:spcAft>
            </a:pPr>
            <a:r>
              <a:rPr lang="nl-NL" sz="1050" b="1">
                <a:solidFill>
                  <a:srgbClr val="101D4F"/>
                </a:solidFill>
                <a:latin typeface="IBM Plex Sans"/>
              </a:rPr>
              <a:t>Kop van het blok</a:t>
            </a:r>
          </a:p>
        </p:txBody>
      </p:sp>
      <p:sp>
        <p:nvSpPr>
          <p:cNvPr id="904" name="TextBox 903"/>
          <p:cNvSpPr txBox="1"/>
          <p:nvPr/>
        </p:nvSpPr>
        <p:spPr>
          <a:xfrm>
            <a:off x="3800063" y="2157984"/>
            <a:ext cx="4754879" cy="457200"/>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343B52"/>
                </a:solidFill>
                <a:latin typeface="IBM Plex Sans"/>
              </a:rPr>
              <a:t>Hier komt een korte toelichting op dit onderdeel. Beschrijf in een paar.</a:t>
            </a:r>
          </a:p>
        </p:txBody>
      </p:sp>
      <p:sp>
        <p:nvSpPr>
          <p:cNvPr id="905" name="Rounded Rectangle 904"/>
          <p:cNvSpPr/>
          <p:nvPr/>
        </p:nvSpPr>
        <p:spPr>
          <a:xfrm>
            <a:off x="3397727" y="2816352"/>
            <a:ext cx="5376672" cy="932688"/>
          </a:xfrm>
          <a:prstGeom prst="roundRect">
            <a:avLst>
              <a:gd name="adj" fmla="val 9000"/>
            </a:avLst>
          </a:prstGeom>
          <a:solidFill>
            <a:srgbClr val="7FD9CD"/>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TextBox 905"/>
          <p:cNvSpPr txBox="1"/>
          <p:nvPr/>
        </p:nvSpPr>
        <p:spPr>
          <a:xfrm>
            <a:off x="3598895" y="2962656"/>
            <a:ext cx="365760"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101D4F"/>
                </a:solidFill>
                <a:latin typeface="IBM Plex Mono"/>
              </a:rPr>
              <a:t>2</a:t>
            </a:r>
          </a:p>
        </p:txBody>
      </p:sp>
      <p:sp>
        <p:nvSpPr>
          <p:cNvPr id="907" name="TextBox 906"/>
          <p:cNvSpPr txBox="1"/>
          <p:nvPr/>
        </p:nvSpPr>
        <p:spPr>
          <a:xfrm>
            <a:off x="4001231" y="2971800"/>
            <a:ext cx="4553712" cy="201168"/>
          </a:xfrm>
          <a:prstGeom prst="rect">
            <a:avLst/>
          </a:prstGeom>
          <a:noFill/>
        </p:spPr>
        <p:txBody>
          <a:bodyPr wrap="square" lIns="0" tIns="0" rIns="0" bIns="0">
            <a:spAutoFit/>
          </a:bodyPr>
          <a:lstStyle/>
          <a:p>
            <a:pPr algn="l">
              <a:lnSpc>
                <a:spcPct val="112000"/>
              </a:lnSpc>
              <a:spcBef>
                <a:spcPts val="0"/>
              </a:spcBef>
              <a:spcAft>
                <a:spcPts val="0"/>
              </a:spcAft>
            </a:pPr>
            <a:r>
              <a:rPr lang="nl-NL" sz="1050" b="1">
                <a:solidFill>
                  <a:srgbClr val="101D4F"/>
                </a:solidFill>
                <a:latin typeface="IBM Plex Sans"/>
              </a:rPr>
              <a:t>Kop van blok</a:t>
            </a:r>
          </a:p>
        </p:txBody>
      </p:sp>
      <p:sp>
        <p:nvSpPr>
          <p:cNvPr id="908" name="TextBox 907"/>
          <p:cNvSpPr txBox="1"/>
          <p:nvPr/>
        </p:nvSpPr>
        <p:spPr>
          <a:xfrm>
            <a:off x="4001231" y="3218688"/>
            <a:ext cx="4553712" cy="457200"/>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343B52"/>
                </a:solidFill>
                <a:latin typeface="IBM Plex Sans"/>
              </a:rPr>
              <a:t>Hier komt een korte toelichting op dit onderdeel. Beschrijf in een paar zinnen de.</a:t>
            </a:r>
          </a:p>
        </p:txBody>
      </p:sp>
      <p:sp>
        <p:nvSpPr>
          <p:cNvPr id="909" name="Rounded Rectangle 908"/>
          <p:cNvSpPr/>
          <p:nvPr/>
        </p:nvSpPr>
        <p:spPr>
          <a:xfrm>
            <a:off x="3598895" y="3877056"/>
            <a:ext cx="5175503" cy="932688"/>
          </a:xfrm>
          <a:prstGeom prst="roundRect">
            <a:avLst>
              <a:gd name="adj" fmla="val 9000"/>
            </a:avLst>
          </a:prstGeom>
          <a:solidFill>
            <a:srgbClr val="00B49C"/>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0" name="TextBox 909"/>
          <p:cNvSpPr txBox="1"/>
          <p:nvPr/>
        </p:nvSpPr>
        <p:spPr>
          <a:xfrm>
            <a:off x="3800063" y="4023360"/>
            <a:ext cx="365760"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101D4F"/>
                </a:solidFill>
                <a:latin typeface="IBM Plex Mono"/>
              </a:rPr>
              <a:t>3</a:t>
            </a:r>
          </a:p>
        </p:txBody>
      </p:sp>
      <p:sp>
        <p:nvSpPr>
          <p:cNvPr id="911" name="TextBox 910"/>
          <p:cNvSpPr txBox="1"/>
          <p:nvPr/>
        </p:nvSpPr>
        <p:spPr>
          <a:xfrm>
            <a:off x="4202399" y="4032504"/>
            <a:ext cx="4352543" cy="201168"/>
          </a:xfrm>
          <a:prstGeom prst="rect">
            <a:avLst/>
          </a:prstGeom>
          <a:noFill/>
        </p:spPr>
        <p:txBody>
          <a:bodyPr wrap="square" lIns="0" tIns="0" rIns="0" bIns="0">
            <a:spAutoFit/>
          </a:bodyPr>
          <a:lstStyle/>
          <a:p>
            <a:pPr algn="l">
              <a:lnSpc>
                <a:spcPct val="112000"/>
              </a:lnSpc>
              <a:spcBef>
                <a:spcPts val="0"/>
              </a:spcBef>
              <a:spcAft>
                <a:spcPts val="0"/>
              </a:spcAft>
            </a:pPr>
            <a:r>
              <a:rPr lang="nl-NL" sz="1050" b="1">
                <a:solidFill>
                  <a:srgbClr val="101D4F"/>
                </a:solidFill>
                <a:latin typeface="IBM Plex Sans"/>
              </a:rPr>
              <a:t>Kop van blok</a:t>
            </a:r>
          </a:p>
        </p:txBody>
      </p:sp>
      <p:sp>
        <p:nvSpPr>
          <p:cNvPr id="912" name="TextBox 911"/>
          <p:cNvSpPr txBox="1"/>
          <p:nvPr/>
        </p:nvSpPr>
        <p:spPr>
          <a:xfrm>
            <a:off x="4202399" y="4279392"/>
            <a:ext cx="4352543" cy="457200"/>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101D4F"/>
                </a:solidFill>
                <a:latin typeface="IBM Plex Sans"/>
              </a:rPr>
              <a:t>Hier komt een korte toelichting op dit onderdeel. Beschrijf in een paar zinnen de kern.</a:t>
            </a:r>
          </a:p>
        </p:txBody>
      </p:sp>
      <p:sp>
        <p:nvSpPr>
          <p:cNvPr id="913" name="Rounded Rectangle 912"/>
          <p:cNvSpPr/>
          <p:nvPr/>
        </p:nvSpPr>
        <p:spPr>
          <a:xfrm>
            <a:off x="3800063" y="4937759"/>
            <a:ext cx="4974336" cy="932688"/>
          </a:xfrm>
          <a:prstGeom prst="roundRect">
            <a:avLst>
              <a:gd name="adj" fmla="val 9000"/>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4" name="TextBox 913"/>
          <p:cNvSpPr txBox="1"/>
          <p:nvPr/>
        </p:nvSpPr>
        <p:spPr>
          <a:xfrm>
            <a:off x="4001231" y="5084064"/>
            <a:ext cx="365760" cy="237744"/>
          </a:xfrm>
          <a:prstGeom prst="rect">
            <a:avLst/>
          </a:prstGeom>
          <a:noFill/>
        </p:spPr>
        <p:txBody>
          <a:bodyPr wrap="square" lIns="0" tIns="0" rIns="0" bIns="0">
            <a:spAutoFit/>
          </a:bodyPr>
          <a:lstStyle/>
          <a:p>
            <a:pPr algn="l">
              <a:lnSpc>
                <a:spcPct val="100000"/>
              </a:lnSpc>
              <a:spcBef>
                <a:spcPts val="0"/>
              </a:spcBef>
              <a:spcAft>
                <a:spcPts val="0"/>
              </a:spcAft>
            </a:pPr>
            <a:r>
              <a:rPr lang="nl-NL" sz="1400" b="1">
                <a:solidFill>
                  <a:srgbClr val="FFFFFF"/>
                </a:solidFill>
                <a:latin typeface="IBM Plex Mono"/>
              </a:rPr>
              <a:t>4</a:t>
            </a:r>
          </a:p>
        </p:txBody>
      </p:sp>
      <p:sp>
        <p:nvSpPr>
          <p:cNvPr id="915" name="TextBox 914"/>
          <p:cNvSpPr txBox="1"/>
          <p:nvPr/>
        </p:nvSpPr>
        <p:spPr>
          <a:xfrm>
            <a:off x="4403567" y="5093207"/>
            <a:ext cx="4151375" cy="201168"/>
          </a:xfrm>
          <a:prstGeom prst="rect">
            <a:avLst/>
          </a:prstGeom>
          <a:noFill/>
        </p:spPr>
        <p:txBody>
          <a:bodyPr wrap="square" lIns="0" tIns="0" rIns="0" bIns="0">
            <a:spAutoFit/>
          </a:bodyPr>
          <a:lstStyle/>
          <a:p>
            <a:pPr algn="l">
              <a:lnSpc>
                <a:spcPct val="112000"/>
              </a:lnSpc>
              <a:spcBef>
                <a:spcPts val="0"/>
              </a:spcBef>
              <a:spcAft>
                <a:spcPts val="0"/>
              </a:spcAft>
            </a:pPr>
            <a:r>
              <a:rPr lang="nl-NL" sz="1050" b="1">
                <a:solidFill>
                  <a:srgbClr val="FFFFFF"/>
                </a:solidFill>
                <a:latin typeface="IBM Plex Sans"/>
              </a:rPr>
              <a:t>Korte kop van het blok hier</a:t>
            </a:r>
          </a:p>
        </p:txBody>
      </p:sp>
      <p:sp>
        <p:nvSpPr>
          <p:cNvPr id="916" name="TextBox 915"/>
          <p:cNvSpPr txBox="1"/>
          <p:nvPr/>
        </p:nvSpPr>
        <p:spPr>
          <a:xfrm>
            <a:off x="4403567" y="5340096"/>
            <a:ext cx="4151375" cy="457200"/>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FFFFFF"/>
                </a:solidFill>
                <a:latin typeface="IBM Plex Sans"/>
              </a:rPr>
              <a:t>Hier komt een korte toelichting op dit onderdeel. Beschrijf in een.</a:t>
            </a:r>
          </a:p>
        </p:txBody>
      </p:sp>
      <p:sp>
        <p:nvSpPr>
          <p:cNvPr id="917" name="Rounded Rectangle 916"/>
          <p:cNvSpPr/>
          <p:nvPr/>
        </p:nvSpPr>
        <p:spPr>
          <a:xfrm>
            <a:off x="9030431" y="1755648"/>
            <a:ext cx="2446111" cy="2212848"/>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Rounded Rectangle 917"/>
          <p:cNvSpPr/>
          <p:nvPr/>
        </p:nvSpPr>
        <p:spPr>
          <a:xfrm>
            <a:off x="9249887" y="1993391"/>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TextBox 918"/>
          <p:cNvSpPr txBox="1"/>
          <p:nvPr/>
        </p:nvSpPr>
        <p:spPr>
          <a:xfrm>
            <a:off x="9249887" y="2157984"/>
            <a:ext cx="2007199" cy="219456"/>
          </a:xfrm>
          <a:prstGeom prst="rect">
            <a:avLst/>
          </a:prstGeom>
          <a:noFill/>
        </p:spPr>
        <p:txBody>
          <a:bodyPr wrap="square" lIns="0" tIns="0" rIns="0" bIns="0">
            <a:spAutoFit/>
          </a:bodyPr>
          <a:lstStyle/>
          <a:p>
            <a:pPr algn="l">
              <a:lnSpc>
                <a:spcPct val="114000"/>
              </a:lnSpc>
              <a:spcBef>
                <a:spcPts val="0"/>
              </a:spcBef>
              <a:spcAft>
                <a:spcPts val="0"/>
              </a:spcAft>
            </a:pPr>
            <a:r>
              <a:rPr lang="nl-NL" sz="1200" b="1">
                <a:solidFill>
                  <a:srgbClr val="101D4F"/>
                </a:solidFill>
                <a:latin typeface="IBM Plex Sans"/>
              </a:rPr>
              <a:t>Kop van blok</a:t>
            </a:r>
          </a:p>
        </p:txBody>
      </p:sp>
      <p:sp>
        <p:nvSpPr>
          <p:cNvPr id="920" name="TextBox 919"/>
          <p:cNvSpPr txBox="1"/>
          <p:nvPr/>
        </p:nvSpPr>
        <p:spPr>
          <a:xfrm>
            <a:off x="9249887" y="2468880"/>
            <a:ext cx="2007199" cy="118872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 Beschrijf in een paar zinnen de kern, de onderbouwing en wat dit betekent voor de lezer. Houd de tekst bondig en concreet. Hier komt een korte toelichting op dit onderdeel. Beschrijf in een paar zinnen de kern.</a:t>
            </a:r>
          </a:p>
        </p:txBody>
      </p:sp>
      <p:sp>
        <p:nvSpPr>
          <p:cNvPr id="921" name="Rounded Rectangle 920"/>
          <p:cNvSpPr/>
          <p:nvPr/>
        </p:nvSpPr>
        <p:spPr>
          <a:xfrm>
            <a:off x="9030431" y="4078224"/>
            <a:ext cx="2446111" cy="1847088"/>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2" name="Rounded Rectangle 921"/>
          <p:cNvSpPr/>
          <p:nvPr/>
        </p:nvSpPr>
        <p:spPr>
          <a:xfrm>
            <a:off x="9249887" y="431596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3" name="TextBox 922"/>
          <p:cNvSpPr txBox="1"/>
          <p:nvPr/>
        </p:nvSpPr>
        <p:spPr>
          <a:xfrm>
            <a:off x="9249887" y="4480560"/>
            <a:ext cx="2007199" cy="219456"/>
          </a:xfrm>
          <a:prstGeom prst="rect">
            <a:avLst/>
          </a:prstGeom>
          <a:noFill/>
        </p:spPr>
        <p:txBody>
          <a:bodyPr wrap="square" lIns="0" tIns="0" rIns="0" bIns="0">
            <a:spAutoFit/>
          </a:bodyPr>
          <a:lstStyle/>
          <a:p>
            <a:pPr algn="l">
              <a:lnSpc>
                <a:spcPct val="114000"/>
              </a:lnSpc>
              <a:spcBef>
                <a:spcPts val="0"/>
              </a:spcBef>
              <a:spcAft>
                <a:spcPts val="0"/>
              </a:spcAft>
            </a:pPr>
            <a:r>
              <a:rPr lang="nl-NL" sz="1200" b="1">
                <a:solidFill>
                  <a:srgbClr val="101D4F"/>
                </a:solidFill>
                <a:latin typeface="IBM Plex Sans"/>
              </a:rPr>
              <a:t>Kop van het blok</a:t>
            </a:r>
          </a:p>
        </p:txBody>
      </p:sp>
      <p:sp>
        <p:nvSpPr>
          <p:cNvPr id="924" name="TextBox 923"/>
          <p:cNvSpPr txBox="1"/>
          <p:nvPr/>
        </p:nvSpPr>
        <p:spPr>
          <a:xfrm>
            <a:off x="9249887" y="4791456"/>
            <a:ext cx="2007199" cy="859536"/>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 Beschrijf in een paar zinnen de kern, de onderbouwing en wat dit betekent voor de lezer. Houd.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 in één zin</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 wat dit betekent voor de lezer. Houd.</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2}" type="slidenum">
              <a:rPr lang="nl-NL" sz="675">
                <a:solidFill>
                  <a:srgbClr val="FFFFFF"/>
                </a:solidFill>
                <a:latin typeface="IBM Plex Sans"/>
              </a:rPr>
              <a:t>12</a:t>
            </a:fld>
            <a:endParaRPr lang="nl-NL" sz="675"/>
          </a:p>
        </p:txBody>
      </p:sp>
      <p:sp>
        <p:nvSpPr>
          <p:cNvPr id="901" name="Rounded Rectangle 900"/>
          <p:cNvSpPr/>
          <p:nvPr/>
        </p:nvSpPr>
        <p:spPr>
          <a:xfrm>
            <a:off x="3196559" y="1847088"/>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208483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397727" y="2249424"/>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Tekst</a:t>
            </a:r>
          </a:p>
        </p:txBody>
      </p:sp>
      <p:sp>
        <p:nvSpPr>
          <p:cNvPr id="904" name="TextBox 903"/>
          <p:cNvSpPr txBox="1"/>
          <p:nvPr/>
        </p:nvSpPr>
        <p:spPr>
          <a:xfrm>
            <a:off x="3397727" y="2505456"/>
            <a:ext cx="2247930" cy="438912"/>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van het blok hier</a:t>
            </a:r>
          </a:p>
        </p:txBody>
      </p:sp>
      <p:sp>
        <p:nvSpPr>
          <p:cNvPr id="905" name="Rounded Rectangle 904"/>
          <p:cNvSpPr/>
          <p:nvPr/>
        </p:nvSpPr>
        <p:spPr>
          <a:xfrm>
            <a:off x="6011418" y="1847088"/>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Rounded Rectangle 905"/>
          <p:cNvSpPr/>
          <p:nvPr/>
        </p:nvSpPr>
        <p:spPr>
          <a:xfrm>
            <a:off x="6230874" y="2084832"/>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TextBox 906"/>
          <p:cNvSpPr txBox="1"/>
          <p:nvPr/>
        </p:nvSpPr>
        <p:spPr>
          <a:xfrm>
            <a:off x="6212586" y="2249424"/>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blok</a:t>
            </a:r>
          </a:p>
        </p:txBody>
      </p:sp>
      <p:sp>
        <p:nvSpPr>
          <p:cNvPr id="908" name="TextBox 907"/>
          <p:cNvSpPr txBox="1"/>
          <p:nvPr/>
        </p:nvSpPr>
        <p:spPr>
          <a:xfrm>
            <a:off x="6212586" y="2505456"/>
            <a:ext cx="2247930" cy="438912"/>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met omschrijving van het blok</a:t>
            </a:r>
          </a:p>
        </p:txBody>
      </p:sp>
      <p:sp>
        <p:nvSpPr>
          <p:cNvPr id="909" name="Rounded Rectangle 908"/>
          <p:cNvSpPr/>
          <p:nvPr/>
        </p:nvSpPr>
        <p:spPr>
          <a:xfrm>
            <a:off x="8826276" y="1847088"/>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0" name="Rounded Rectangle 909"/>
          <p:cNvSpPr/>
          <p:nvPr/>
        </p:nvSpPr>
        <p:spPr>
          <a:xfrm>
            <a:off x="9045732" y="2084832"/>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1" name="TextBox 910"/>
          <p:cNvSpPr txBox="1"/>
          <p:nvPr/>
        </p:nvSpPr>
        <p:spPr>
          <a:xfrm>
            <a:off x="9027444" y="2249424"/>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het blok</a:t>
            </a:r>
          </a:p>
        </p:txBody>
      </p:sp>
      <p:sp>
        <p:nvSpPr>
          <p:cNvPr id="912" name="TextBox 911"/>
          <p:cNvSpPr txBox="1"/>
          <p:nvPr/>
        </p:nvSpPr>
        <p:spPr>
          <a:xfrm>
            <a:off x="9027444" y="2505456"/>
            <a:ext cx="2247930" cy="316112"/>
          </a:xfrm>
          <a:prstGeom prst="rect">
            <a:avLst/>
          </a:prstGeom>
          <a:noFill/>
        </p:spPr>
        <p:txBody>
          <a:bodyPr wrap="square" lIns="0" tIns="0" rIns="0" bIns="0">
            <a:spAutoFit/>
          </a:bodyPr>
          <a:lstStyle/>
          <a:p>
            <a:pPr algn="l">
              <a:lnSpc>
                <a:spcPct val="126000"/>
              </a:lnSpc>
              <a:spcBef>
                <a:spcPts val="0"/>
              </a:spcBef>
              <a:spcAft>
                <a:spcPts val="0"/>
              </a:spcAft>
            </a:pPr>
            <a:r>
              <a:rPr lang="nl-NL" sz="850" b="0" dirty="0">
                <a:solidFill>
                  <a:srgbClr val="343B52"/>
                </a:solidFill>
                <a:latin typeface="IBM Plex Sans"/>
              </a:rPr>
              <a:t>Korte kop van het blok hier</a:t>
            </a:r>
          </a:p>
        </p:txBody>
      </p:sp>
      <p:sp>
        <p:nvSpPr>
          <p:cNvPr id="913" name="Rounded Rectangle 912"/>
          <p:cNvSpPr/>
          <p:nvPr/>
        </p:nvSpPr>
        <p:spPr>
          <a:xfrm>
            <a:off x="3196559" y="3163824"/>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4" name="Rounded Rectangle 913"/>
          <p:cNvSpPr/>
          <p:nvPr/>
        </p:nvSpPr>
        <p:spPr>
          <a:xfrm>
            <a:off x="3416015" y="3401568"/>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3397727" y="3566160"/>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Tekst</a:t>
            </a:r>
          </a:p>
        </p:txBody>
      </p:sp>
      <p:sp>
        <p:nvSpPr>
          <p:cNvPr id="916" name="TextBox 915"/>
          <p:cNvSpPr txBox="1"/>
          <p:nvPr/>
        </p:nvSpPr>
        <p:spPr>
          <a:xfrm>
            <a:off x="3397727" y="3822191"/>
            <a:ext cx="2247930" cy="438912"/>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met omschrijving van het blok</a:t>
            </a:r>
          </a:p>
        </p:txBody>
      </p:sp>
      <p:sp>
        <p:nvSpPr>
          <p:cNvPr id="917" name="Rounded Rectangle 916"/>
          <p:cNvSpPr/>
          <p:nvPr/>
        </p:nvSpPr>
        <p:spPr>
          <a:xfrm>
            <a:off x="6011418" y="3163824"/>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Rounded Rectangle 917"/>
          <p:cNvSpPr/>
          <p:nvPr/>
        </p:nvSpPr>
        <p:spPr>
          <a:xfrm>
            <a:off x="6230874" y="3401568"/>
            <a:ext cx="384048" cy="54864"/>
          </a:xfrm>
          <a:prstGeom prst="roundRect">
            <a:avLst>
              <a:gd name="adj" fmla="val 50000"/>
            </a:avLst>
          </a:prstGeom>
          <a:solidFill>
            <a:srgbClr val="008F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TextBox 918"/>
          <p:cNvSpPr txBox="1"/>
          <p:nvPr/>
        </p:nvSpPr>
        <p:spPr>
          <a:xfrm>
            <a:off x="6212586" y="3566160"/>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Tekst</a:t>
            </a:r>
          </a:p>
        </p:txBody>
      </p:sp>
      <p:sp>
        <p:nvSpPr>
          <p:cNvPr id="920" name="TextBox 919"/>
          <p:cNvSpPr txBox="1"/>
          <p:nvPr/>
        </p:nvSpPr>
        <p:spPr>
          <a:xfrm>
            <a:off x="6212586" y="3822191"/>
            <a:ext cx="2247930" cy="438912"/>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Hier komt een korte toelichting op dit onderdeel.</a:t>
            </a:r>
          </a:p>
        </p:txBody>
      </p:sp>
      <p:sp>
        <p:nvSpPr>
          <p:cNvPr id="921" name="Rounded Rectangle 920"/>
          <p:cNvSpPr/>
          <p:nvPr/>
        </p:nvSpPr>
        <p:spPr>
          <a:xfrm>
            <a:off x="8826276" y="3163824"/>
            <a:ext cx="2650266" cy="117043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2" name="Rounded Rectangle 921"/>
          <p:cNvSpPr/>
          <p:nvPr/>
        </p:nvSpPr>
        <p:spPr>
          <a:xfrm>
            <a:off x="9045732" y="340156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3" name="TextBox 922"/>
          <p:cNvSpPr txBox="1"/>
          <p:nvPr/>
        </p:nvSpPr>
        <p:spPr>
          <a:xfrm>
            <a:off x="9027444" y="3566160"/>
            <a:ext cx="2247930"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blok</a:t>
            </a:r>
          </a:p>
        </p:txBody>
      </p:sp>
      <p:sp>
        <p:nvSpPr>
          <p:cNvPr id="924" name="TextBox 923"/>
          <p:cNvSpPr txBox="1"/>
          <p:nvPr/>
        </p:nvSpPr>
        <p:spPr>
          <a:xfrm>
            <a:off x="9027444" y="3822191"/>
            <a:ext cx="2247930" cy="438912"/>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met omschrijving van het blok</a:t>
            </a:r>
          </a:p>
        </p:txBody>
      </p:sp>
      <p:sp>
        <p:nvSpPr>
          <p:cNvPr id="925" name="Rounded Rectangle 924"/>
          <p:cNvSpPr/>
          <p:nvPr/>
        </p:nvSpPr>
        <p:spPr>
          <a:xfrm>
            <a:off x="3196559" y="4572000"/>
            <a:ext cx="8279983" cy="1207008"/>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6" name="TextBox 925"/>
          <p:cNvSpPr txBox="1"/>
          <p:nvPr/>
        </p:nvSpPr>
        <p:spPr>
          <a:xfrm>
            <a:off x="3489167" y="4754880"/>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BLOK</a:t>
            </a:r>
          </a:p>
        </p:txBody>
      </p:sp>
      <p:sp>
        <p:nvSpPr>
          <p:cNvPr id="927" name="TextBox 926"/>
          <p:cNvSpPr txBox="1"/>
          <p:nvPr/>
        </p:nvSpPr>
        <p:spPr>
          <a:xfrm>
            <a:off x="3489167" y="5047488"/>
            <a:ext cx="1800247" cy="219456"/>
          </a:xfrm>
          <a:prstGeom prst="rect">
            <a:avLst/>
          </a:prstGeom>
          <a:noFill/>
        </p:spPr>
        <p:txBody>
          <a:bodyPr wrap="square" lIns="0" tIns="0" rIns="0" bIns="0">
            <a:spAutoFit/>
          </a:bodyPr>
          <a:lstStyle/>
          <a:p>
            <a:pPr algn="l">
              <a:lnSpc>
                <a:spcPct val="100000"/>
              </a:lnSpc>
              <a:spcBef>
                <a:spcPts val="0"/>
              </a:spcBef>
              <a:spcAft>
                <a:spcPts val="0"/>
              </a:spcAft>
            </a:pPr>
            <a:r>
              <a:rPr lang="nl-NL" sz="1300" b="1">
                <a:solidFill>
                  <a:srgbClr val="00B49C"/>
                </a:solidFill>
                <a:latin typeface="IBM Plex Mono"/>
              </a:rPr>
              <a:t>1</a:t>
            </a:r>
          </a:p>
        </p:txBody>
      </p:sp>
      <p:sp>
        <p:nvSpPr>
          <p:cNvPr id="928" name="TextBox 927"/>
          <p:cNvSpPr txBox="1"/>
          <p:nvPr/>
        </p:nvSpPr>
        <p:spPr>
          <a:xfrm>
            <a:off x="3489167" y="5285232"/>
            <a:ext cx="1800247" cy="402336"/>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Korte kop van het blok hier</a:t>
            </a:r>
          </a:p>
        </p:txBody>
      </p:sp>
      <p:sp>
        <p:nvSpPr>
          <p:cNvPr id="929" name="TextBox 928"/>
          <p:cNvSpPr txBox="1"/>
          <p:nvPr/>
        </p:nvSpPr>
        <p:spPr>
          <a:xfrm>
            <a:off x="5454007" y="5047488"/>
            <a:ext cx="1800247" cy="219456"/>
          </a:xfrm>
          <a:prstGeom prst="rect">
            <a:avLst/>
          </a:prstGeom>
          <a:noFill/>
        </p:spPr>
        <p:txBody>
          <a:bodyPr wrap="square" lIns="0" tIns="0" rIns="0" bIns="0">
            <a:spAutoFit/>
          </a:bodyPr>
          <a:lstStyle/>
          <a:p>
            <a:pPr algn="l">
              <a:lnSpc>
                <a:spcPct val="100000"/>
              </a:lnSpc>
              <a:spcBef>
                <a:spcPts val="0"/>
              </a:spcBef>
              <a:spcAft>
                <a:spcPts val="0"/>
              </a:spcAft>
            </a:pPr>
            <a:r>
              <a:rPr lang="nl-NL" sz="1300" b="1">
                <a:solidFill>
                  <a:srgbClr val="00B49C"/>
                </a:solidFill>
                <a:latin typeface="IBM Plex Mono"/>
              </a:rPr>
              <a:t>2</a:t>
            </a:r>
          </a:p>
        </p:txBody>
      </p:sp>
      <p:sp>
        <p:nvSpPr>
          <p:cNvPr id="930" name="TextBox 929"/>
          <p:cNvSpPr txBox="1"/>
          <p:nvPr/>
        </p:nvSpPr>
        <p:spPr>
          <a:xfrm>
            <a:off x="5454007" y="5285232"/>
            <a:ext cx="1800247" cy="402336"/>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Kop van het blok</a:t>
            </a:r>
          </a:p>
        </p:txBody>
      </p:sp>
      <p:sp>
        <p:nvSpPr>
          <p:cNvPr id="931" name="TextBox 930"/>
          <p:cNvSpPr txBox="1"/>
          <p:nvPr/>
        </p:nvSpPr>
        <p:spPr>
          <a:xfrm>
            <a:off x="7418847" y="5047488"/>
            <a:ext cx="1800247" cy="219456"/>
          </a:xfrm>
          <a:prstGeom prst="rect">
            <a:avLst/>
          </a:prstGeom>
          <a:noFill/>
        </p:spPr>
        <p:txBody>
          <a:bodyPr wrap="square" lIns="0" tIns="0" rIns="0" bIns="0">
            <a:spAutoFit/>
          </a:bodyPr>
          <a:lstStyle/>
          <a:p>
            <a:pPr algn="l">
              <a:lnSpc>
                <a:spcPct val="100000"/>
              </a:lnSpc>
              <a:spcBef>
                <a:spcPts val="0"/>
              </a:spcBef>
              <a:spcAft>
                <a:spcPts val="0"/>
              </a:spcAft>
            </a:pPr>
            <a:r>
              <a:rPr lang="nl-NL" sz="1300" b="1">
                <a:solidFill>
                  <a:srgbClr val="00B49C"/>
                </a:solidFill>
                <a:latin typeface="IBM Plex Mono"/>
              </a:rPr>
              <a:t>3</a:t>
            </a:r>
          </a:p>
        </p:txBody>
      </p:sp>
      <p:sp>
        <p:nvSpPr>
          <p:cNvPr id="932" name="TextBox 931"/>
          <p:cNvSpPr txBox="1"/>
          <p:nvPr/>
        </p:nvSpPr>
        <p:spPr>
          <a:xfrm>
            <a:off x="7418847" y="5285232"/>
            <a:ext cx="1800247" cy="402336"/>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Korte kop met omschrijving van het blok</a:t>
            </a:r>
          </a:p>
        </p:txBody>
      </p:sp>
      <p:sp>
        <p:nvSpPr>
          <p:cNvPr id="933" name="TextBox 932"/>
          <p:cNvSpPr txBox="1"/>
          <p:nvPr/>
        </p:nvSpPr>
        <p:spPr>
          <a:xfrm>
            <a:off x="9383687" y="5047488"/>
            <a:ext cx="1800247" cy="219456"/>
          </a:xfrm>
          <a:prstGeom prst="rect">
            <a:avLst/>
          </a:prstGeom>
          <a:noFill/>
        </p:spPr>
        <p:txBody>
          <a:bodyPr wrap="square" lIns="0" tIns="0" rIns="0" bIns="0">
            <a:spAutoFit/>
          </a:bodyPr>
          <a:lstStyle/>
          <a:p>
            <a:pPr algn="l">
              <a:lnSpc>
                <a:spcPct val="100000"/>
              </a:lnSpc>
              <a:spcBef>
                <a:spcPts val="0"/>
              </a:spcBef>
              <a:spcAft>
                <a:spcPts val="0"/>
              </a:spcAft>
            </a:pPr>
            <a:r>
              <a:rPr lang="nl-NL" sz="1300" b="1">
                <a:solidFill>
                  <a:srgbClr val="00B49C"/>
                </a:solidFill>
                <a:latin typeface="IBM Plex Mono"/>
              </a:rPr>
              <a:t>4</a:t>
            </a:r>
          </a:p>
        </p:txBody>
      </p:sp>
      <p:sp>
        <p:nvSpPr>
          <p:cNvPr id="934" name="TextBox 933"/>
          <p:cNvSpPr txBox="1"/>
          <p:nvPr/>
        </p:nvSpPr>
        <p:spPr>
          <a:xfrm>
            <a:off x="9383687" y="5285232"/>
            <a:ext cx="1800247" cy="402336"/>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Korte kop van het blok hier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 in één zin</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 wat dit betekent voor.</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3}" type="slidenum">
              <a:rPr lang="nl-NL" sz="675">
                <a:solidFill>
                  <a:srgbClr val="FFFFFF"/>
                </a:solidFill>
                <a:latin typeface="IBM Plex Sans"/>
              </a:rPr>
              <a:t>13</a:t>
            </a:fld>
            <a:endParaRPr lang="nl-NL" sz="675"/>
          </a:p>
        </p:txBody>
      </p:sp>
      <p:sp>
        <p:nvSpPr>
          <p:cNvPr id="901" name="Rounded Rectangle 900"/>
          <p:cNvSpPr/>
          <p:nvPr/>
        </p:nvSpPr>
        <p:spPr>
          <a:xfrm>
            <a:off x="3196559" y="1737360"/>
            <a:ext cx="1932835" cy="13350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1975104"/>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397727" y="2103120"/>
            <a:ext cx="1530499" cy="292608"/>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101D4F"/>
                </a:solidFill>
                <a:latin typeface="IBM Plex Sans"/>
              </a:rPr>
              <a:t>€ 00</a:t>
            </a:r>
          </a:p>
        </p:txBody>
      </p:sp>
      <p:sp>
        <p:nvSpPr>
          <p:cNvPr id="904" name="TextBox 903"/>
          <p:cNvSpPr txBox="1"/>
          <p:nvPr/>
        </p:nvSpPr>
        <p:spPr>
          <a:xfrm>
            <a:off x="3397727" y="2414016"/>
            <a:ext cx="1530499" cy="164592"/>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EF174D"/>
                </a:solidFill>
                <a:latin typeface="IBM Plex Sans"/>
              </a:rPr>
              <a:t>LABEL VAN BLOK</a:t>
            </a:r>
          </a:p>
        </p:txBody>
      </p:sp>
      <p:sp>
        <p:nvSpPr>
          <p:cNvPr id="905" name="TextBox 904"/>
          <p:cNvSpPr txBox="1"/>
          <p:nvPr/>
        </p:nvSpPr>
        <p:spPr>
          <a:xfrm>
            <a:off x="3397727" y="2615184"/>
            <a:ext cx="1530499" cy="402336"/>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343B52"/>
                </a:solidFill>
                <a:latin typeface="IBM Plex Sans"/>
              </a:rPr>
              <a:t>korte kop van het blok</a:t>
            </a:r>
          </a:p>
        </p:txBody>
      </p:sp>
      <p:sp>
        <p:nvSpPr>
          <p:cNvPr id="906" name="Rounded Rectangle 905"/>
          <p:cNvSpPr/>
          <p:nvPr/>
        </p:nvSpPr>
        <p:spPr>
          <a:xfrm>
            <a:off x="5312275" y="1737360"/>
            <a:ext cx="1932835" cy="13350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Rounded Rectangle 906"/>
          <p:cNvSpPr/>
          <p:nvPr/>
        </p:nvSpPr>
        <p:spPr>
          <a:xfrm>
            <a:off x="5531731" y="1975104"/>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5513443" y="2103120"/>
            <a:ext cx="1530499" cy="292608"/>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101D4F"/>
                </a:solidFill>
                <a:latin typeface="IBM Plex Sans"/>
              </a:rPr>
              <a:t>+ 00</a:t>
            </a:r>
          </a:p>
        </p:txBody>
      </p:sp>
      <p:sp>
        <p:nvSpPr>
          <p:cNvPr id="909" name="TextBox 908"/>
          <p:cNvSpPr txBox="1"/>
          <p:nvPr/>
        </p:nvSpPr>
        <p:spPr>
          <a:xfrm>
            <a:off x="5513443" y="2414016"/>
            <a:ext cx="1530499" cy="164592"/>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00B49C"/>
                </a:solidFill>
                <a:latin typeface="IBM Plex Sans"/>
              </a:rPr>
              <a:t>LABEL VAN HET BLOK</a:t>
            </a:r>
          </a:p>
        </p:txBody>
      </p:sp>
      <p:sp>
        <p:nvSpPr>
          <p:cNvPr id="910" name="TextBox 909"/>
          <p:cNvSpPr txBox="1"/>
          <p:nvPr/>
        </p:nvSpPr>
        <p:spPr>
          <a:xfrm>
            <a:off x="5513443" y="2615184"/>
            <a:ext cx="1530499" cy="402336"/>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343B52"/>
                </a:solidFill>
                <a:latin typeface="IBM Plex Sans"/>
              </a:rPr>
              <a:t>Hier komt een korte toelichting op dit onderdeel.</a:t>
            </a:r>
          </a:p>
        </p:txBody>
      </p:sp>
      <p:sp>
        <p:nvSpPr>
          <p:cNvPr id="911" name="Rounded Rectangle 910"/>
          <p:cNvSpPr/>
          <p:nvPr/>
        </p:nvSpPr>
        <p:spPr>
          <a:xfrm>
            <a:off x="7427991" y="1737360"/>
            <a:ext cx="1932835" cy="13350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Rounded Rectangle 911"/>
          <p:cNvSpPr/>
          <p:nvPr/>
        </p:nvSpPr>
        <p:spPr>
          <a:xfrm>
            <a:off x="7647447" y="1975104"/>
            <a:ext cx="384048" cy="54864"/>
          </a:xfrm>
          <a:prstGeom prst="roundRect">
            <a:avLst>
              <a:gd name="adj" fmla="val 50000"/>
            </a:avLst>
          </a:prstGeom>
          <a:solidFill>
            <a:srgbClr val="28899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3" name="TextBox 912"/>
          <p:cNvSpPr txBox="1"/>
          <p:nvPr/>
        </p:nvSpPr>
        <p:spPr>
          <a:xfrm>
            <a:off x="7629159" y="2103120"/>
            <a:ext cx="1530499" cy="292608"/>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101D4F"/>
                </a:solidFill>
                <a:latin typeface="IBM Plex Sans"/>
              </a:rPr>
              <a:t>00 min</a:t>
            </a:r>
          </a:p>
        </p:txBody>
      </p:sp>
      <p:sp>
        <p:nvSpPr>
          <p:cNvPr id="914" name="TextBox 913"/>
          <p:cNvSpPr txBox="1"/>
          <p:nvPr/>
        </p:nvSpPr>
        <p:spPr>
          <a:xfrm>
            <a:off x="7629159" y="2414016"/>
            <a:ext cx="1530499" cy="164592"/>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28899F"/>
                </a:solidFill>
                <a:latin typeface="IBM Plex Sans"/>
              </a:rPr>
              <a:t>LABEL</a:t>
            </a:r>
          </a:p>
        </p:txBody>
      </p:sp>
      <p:sp>
        <p:nvSpPr>
          <p:cNvPr id="915" name="TextBox 914"/>
          <p:cNvSpPr txBox="1"/>
          <p:nvPr/>
        </p:nvSpPr>
        <p:spPr>
          <a:xfrm>
            <a:off x="7629159" y="2615184"/>
            <a:ext cx="1530499" cy="402336"/>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343B52"/>
                </a:solidFill>
                <a:latin typeface="IBM Plex Sans"/>
              </a:rPr>
              <a:t>Hier komt een korte toelichting op dit onderdeel.</a:t>
            </a:r>
          </a:p>
        </p:txBody>
      </p:sp>
      <p:sp>
        <p:nvSpPr>
          <p:cNvPr id="916" name="Rounded Rectangle 915"/>
          <p:cNvSpPr/>
          <p:nvPr/>
        </p:nvSpPr>
        <p:spPr>
          <a:xfrm>
            <a:off x="9543707" y="1737360"/>
            <a:ext cx="1932835" cy="1335024"/>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7" name="Rounded Rectangle 916"/>
          <p:cNvSpPr/>
          <p:nvPr/>
        </p:nvSpPr>
        <p:spPr>
          <a:xfrm>
            <a:off x="9763163" y="1975104"/>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TextBox 917"/>
          <p:cNvSpPr txBox="1"/>
          <p:nvPr/>
        </p:nvSpPr>
        <p:spPr>
          <a:xfrm>
            <a:off x="9744875" y="2103120"/>
            <a:ext cx="1530499" cy="292608"/>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101D4F"/>
                </a:solidFill>
                <a:latin typeface="IBM Plex Sans"/>
              </a:rPr>
              <a:t>+ € 00</a:t>
            </a:r>
          </a:p>
        </p:txBody>
      </p:sp>
      <p:sp>
        <p:nvSpPr>
          <p:cNvPr id="919" name="TextBox 918"/>
          <p:cNvSpPr txBox="1"/>
          <p:nvPr/>
        </p:nvSpPr>
        <p:spPr>
          <a:xfrm>
            <a:off x="9744875" y="2414016"/>
            <a:ext cx="1530499" cy="164592"/>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00B49C"/>
                </a:solidFill>
                <a:latin typeface="IBM Plex Sans"/>
              </a:rPr>
              <a:t>LABEL VAN BLOK</a:t>
            </a:r>
          </a:p>
        </p:txBody>
      </p:sp>
      <p:sp>
        <p:nvSpPr>
          <p:cNvPr id="920" name="TextBox 919"/>
          <p:cNvSpPr txBox="1"/>
          <p:nvPr/>
        </p:nvSpPr>
        <p:spPr>
          <a:xfrm>
            <a:off x="9744875" y="2615184"/>
            <a:ext cx="1530499" cy="402336"/>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343B52"/>
                </a:solidFill>
                <a:latin typeface="IBM Plex Sans"/>
              </a:rPr>
              <a:t>korte kop van het blok hier</a:t>
            </a:r>
          </a:p>
        </p:txBody>
      </p:sp>
      <p:graphicFrame>
        <p:nvGraphicFramePr>
          <p:cNvPr id="921" name="Table 920"/>
          <p:cNvGraphicFramePr>
            <a:graphicFrameLocks noGrp="1"/>
          </p:cNvGraphicFramePr>
          <p:nvPr/>
        </p:nvGraphicFramePr>
        <p:xfrm>
          <a:off x="3196559" y="3255264"/>
          <a:ext cx="4809743" cy="2249424"/>
        </p:xfrm>
        <a:graphic>
          <a:graphicData uri="http://schemas.openxmlformats.org/drawingml/2006/table">
            <a:tbl>
              <a:tblPr>
                <a:tableStyleId>{5C22544A-7EE6-4342-B048-85BDC9FD1C3A}</a:tableStyleId>
              </a:tblPr>
              <a:tblGrid>
                <a:gridCol w="2290354">
                  <a:extLst>
                    <a:ext uri="{9D8B030D-6E8A-4147-A177-3AD203B41FA5}">
                      <a16:colId xmlns:a16="http://schemas.microsoft.com/office/drawing/2014/main" val="20000"/>
                    </a:ext>
                  </a:extLst>
                </a:gridCol>
                <a:gridCol w="1236791">
                  <a:extLst>
                    <a:ext uri="{9D8B030D-6E8A-4147-A177-3AD203B41FA5}">
                      <a16:colId xmlns:a16="http://schemas.microsoft.com/office/drawing/2014/main" val="20001"/>
                    </a:ext>
                  </a:extLst>
                </a:gridCol>
                <a:gridCol w="1282598">
                  <a:extLst>
                    <a:ext uri="{9D8B030D-6E8A-4147-A177-3AD203B41FA5}">
                      <a16:colId xmlns:a16="http://schemas.microsoft.com/office/drawing/2014/main" val="20002"/>
                    </a:ext>
                  </a:extLst>
                </a:gridCol>
              </a:tblGrid>
              <a:tr h="274320">
                <a:tc>
                  <a:txBody>
                    <a:bodyPr/>
                    <a:lstStyle/>
                    <a:p>
                      <a:pPr algn="l">
                        <a:lnSpc>
                          <a:spcPct val="100000"/>
                        </a:lnSpc>
                      </a:pPr>
                      <a:endParaRPr/>
                    </a:p>
                  </a:txBody>
                  <a:tcPr marR="73152" anchor="ctr">
                    <a:solidFill>
                      <a:srgbClr val="101D4F"/>
                    </a:solidFill>
                  </a:tcPr>
                </a:tc>
                <a:tc>
                  <a:txBody>
                    <a:bodyPr/>
                    <a:lstStyle/>
                    <a:p>
                      <a:pPr algn="l">
                        <a:lnSpc>
                          <a:spcPct val="100000"/>
                        </a:lnSpc>
                      </a:pPr>
                      <a:r>
                        <a:rPr lang="nl-NL" sz="750" b="1">
                          <a:solidFill>
                            <a:srgbClr val="FFFFFF"/>
                          </a:solidFill>
                          <a:latin typeface="IBM Plex Sans"/>
                        </a:rPr>
                        <a:t>JAAR 00  00/00</a:t>
                      </a:r>
                    </a:p>
                  </a:txBody>
                  <a:tcPr marR="73152" anchor="ctr">
                    <a:solidFill>
                      <a:srgbClr val="101D4F"/>
                    </a:solidFill>
                  </a:tcPr>
                </a:tc>
                <a:tc>
                  <a:txBody>
                    <a:bodyPr/>
                    <a:lstStyle/>
                    <a:p>
                      <a:pPr algn="l">
                        <a:lnSpc>
                          <a:spcPct val="100000"/>
                        </a:lnSpc>
                      </a:pPr>
                      <a:r>
                        <a:rPr lang="nl-NL" sz="750" b="1">
                          <a:solidFill>
                            <a:srgbClr val="FFFFFF"/>
                          </a:solidFill>
                          <a:latin typeface="IBM Plex Sans"/>
                        </a:rPr>
                        <a:t>JAAR 00  00/00</a:t>
                      </a:r>
                    </a:p>
                  </a:txBody>
                  <a:tcPr marR="73152" anchor="ctr">
                    <a:solidFill>
                      <a:srgbClr val="101D4F"/>
                    </a:solidFill>
                  </a:tcPr>
                </a:tc>
                <a:extLst>
                  <a:ext uri="{0D108BD9-81ED-4DB2-BD59-A6C34878D82A}">
                    <a16:rowId xmlns:a16="http://schemas.microsoft.com/office/drawing/2014/main" val="10000"/>
                  </a:ext>
                </a:extLst>
              </a:tr>
              <a:tr h="329184">
                <a:tc>
                  <a:txBody>
                    <a:bodyPr/>
                    <a:lstStyle/>
                    <a:p>
                      <a:pPr algn="l">
                        <a:lnSpc>
                          <a:spcPct val="116000"/>
                        </a:lnSpc>
                      </a:pPr>
                      <a:r>
                        <a:rPr lang="nl-NL" sz="850" b="1">
                          <a:solidFill>
                            <a:srgbClr val="101D4F"/>
                          </a:solidFill>
                          <a:latin typeface="IBM Plex Sans"/>
                        </a:rPr>
                        <a:t>Kop van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00 uur</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00 uur</a:t>
                      </a:r>
                    </a:p>
                  </a:txBody>
                  <a:tcPr marR="73152" marT="36576" marB="36576" anchor="ctr">
                    <a:solidFill>
                      <a:srgbClr val="ECEEF2"/>
                    </a:solidFill>
                  </a:tcPr>
                </a:tc>
                <a:extLst>
                  <a:ext uri="{0D108BD9-81ED-4DB2-BD59-A6C34878D82A}">
                    <a16:rowId xmlns:a16="http://schemas.microsoft.com/office/drawing/2014/main" val="10002"/>
                  </a:ext>
                </a:extLst>
              </a:tr>
              <a:tr h="329184">
                <a:tc>
                  <a:txBody>
                    <a:bodyPr/>
                    <a:lstStyle/>
                    <a:p>
                      <a:pPr algn="l">
                        <a:lnSpc>
                          <a:spcPct val="116000"/>
                        </a:lnSpc>
                      </a:pPr>
                      <a:r>
                        <a:rPr lang="nl-NL" sz="850" b="1">
                          <a:solidFill>
                            <a:srgbClr val="101D4F"/>
                          </a:solidFill>
                          <a:latin typeface="IBM Plex Sans"/>
                        </a:rPr>
                        <a:t>Kop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00 uur</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00 uur</a:t>
                      </a:r>
                    </a:p>
                  </a:txBody>
                  <a:tcPr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gn="l">
                        <a:lnSpc>
                          <a:spcPct val="116000"/>
                        </a:lnSpc>
                      </a:pPr>
                      <a:r>
                        <a:rPr lang="nl-NL" sz="8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+ 00 uur</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+ 00 uur</a:t>
                      </a:r>
                    </a:p>
                  </a:txBody>
                  <a:tcPr marR="73152" marT="36576" marB="36576" anchor="ctr">
                    <a:solidFill>
                      <a:srgbClr val="ECEEF2"/>
                    </a:solidFill>
                  </a:tcPr>
                </a:tc>
                <a:extLst>
                  <a:ext uri="{0D108BD9-81ED-4DB2-BD59-A6C34878D82A}">
                    <a16:rowId xmlns:a16="http://schemas.microsoft.com/office/drawing/2014/main" val="10004"/>
                  </a:ext>
                </a:extLst>
              </a:tr>
              <a:tr h="329184">
                <a:tc>
                  <a:txBody>
                    <a:bodyPr/>
                    <a:lstStyle/>
                    <a:p>
                      <a:pPr algn="l">
                        <a:lnSpc>
                          <a:spcPct val="116000"/>
                        </a:lnSpc>
                      </a:pPr>
                      <a:r>
                        <a:rPr lang="nl-NL" sz="850" b="1">
                          <a:solidFill>
                            <a:srgbClr val="101D4F"/>
                          </a:solidFill>
                          <a:latin typeface="IBM Plex Sans"/>
                        </a:rPr>
                        <a:t>Kop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1">
                          <a:solidFill>
                            <a:srgbClr val="EF174D"/>
                          </a:solidFill>
                          <a:latin typeface="IBM Plex Sans"/>
                        </a:rPr>
                        <a:t>− € 00</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 € 00</a:t>
                      </a:r>
                    </a:p>
                  </a:txBody>
                  <a:tcPr marR="73152" marT="36576" marB="36576" anchor="ctr">
                    <a:solidFill>
                      <a:srgbClr val="ECEEF2"/>
                    </a:solidFill>
                  </a:tcPr>
                </a:tc>
                <a:extLst>
                  <a:ext uri="{0D108BD9-81ED-4DB2-BD59-A6C34878D82A}">
                    <a16:rowId xmlns:a16="http://schemas.microsoft.com/office/drawing/2014/main" val="10006"/>
                  </a:ext>
                </a:extLst>
              </a:tr>
            </a:tbl>
          </a:graphicData>
        </a:graphic>
      </p:graphicFrame>
      <p:sp>
        <p:nvSpPr>
          <p:cNvPr id="922" name="Rounded Rectangle 921"/>
          <p:cNvSpPr/>
          <p:nvPr/>
        </p:nvSpPr>
        <p:spPr>
          <a:xfrm>
            <a:off x="8244047" y="3255264"/>
            <a:ext cx="3232495" cy="2249423"/>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3" name="Rounded Rectangle 922"/>
          <p:cNvSpPr/>
          <p:nvPr/>
        </p:nvSpPr>
        <p:spPr>
          <a:xfrm>
            <a:off x="8463503" y="349300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4" name="TextBox 923"/>
          <p:cNvSpPr txBox="1"/>
          <p:nvPr/>
        </p:nvSpPr>
        <p:spPr>
          <a:xfrm>
            <a:off x="8445215" y="3621024"/>
            <a:ext cx="2830159"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Korte kop van het blok hier</a:t>
            </a:r>
          </a:p>
        </p:txBody>
      </p:sp>
      <p:sp>
        <p:nvSpPr>
          <p:cNvPr id="925" name="Oval 924"/>
          <p:cNvSpPr/>
          <p:nvPr/>
        </p:nvSpPr>
        <p:spPr>
          <a:xfrm>
            <a:off x="8463503" y="3985808"/>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6" name="TextBox 925"/>
          <p:cNvSpPr txBox="1"/>
          <p:nvPr/>
        </p:nvSpPr>
        <p:spPr>
          <a:xfrm>
            <a:off x="8682959" y="3931920"/>
            <a:ext cx="2592415"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a:t>
            </a:r>
          </a:p>
        </p:txBody>
      </p:sp>
      <p:sp>
        <p:nvSpPr>
          <p:cNvPr id="927" name="Oval 926"/>
          <p:cNvSpPr/>
          <p:nvPr/>
        </p:nvSpPr>
        <p:spPr>
          <a:xfrm>
            <a:off x="8463503" y="4423196"/>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8" name="TextBox 927"/>
          <p:cNvSpPr txBox="1"/>
          <p:nvPr/>
        </p:nvSpPr>
        <p:spPr>
          <a:xfrm>
            <a:off x="8682959" y="4369308"/>
            <a:ext cx="2592415"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 Beschrijf.</a:t>
            </a:r>
          </a:p>
        </p:txBody>
      </p:sp>
      <p:sp>
        <p:nvSpPr>
          <p:cNvPr id="929" name="Oval 928"/>
          <p:cNvSpPr/>
          <p:nvPr/>
        </p:nvSpPr>
        <p:spPr>
          <a:xfrm>
            <a:off x="8463503" y="4860584"/>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TextBox 929"/>
          <p:cNvSpPr txBox="1"/>
          <p:nvPr/>
        </p:nvSpPr>
        <p:spPr>
          <a:xfrm>
            <a:off x="8682959" y="4806696"/>
            <a:ext cx="2592415"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 hier</a:t>
            </a:r>
          </a:p>
        </p:txBody>
      </p:sp>
      <p:sp>
        <p:nvSpPr>
          <p:cNvPr id="931" name="Oval 930"/>
          <p:cNvSpPr/>
          <p:nvPr/>
        </p:nvSpPr>
        <p:spPr>
          <a:xfrm>
            <a:off x="8463503" y="5129570"/>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2" name="TextBox 931"/>
          <p:cNvSpPr txBox="1"/>
          <p:nvPr/>
        </p:nvSpPr>
        <p:spPr>
          <a:xfrm>
            <a:off x="8682959" y="5075682"/>
            <a:ext cx="2592415"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a:t>
            </a:r>
          </a:p>
        </p:txBody>
      </p:sp>
      <p:sp>
        <p:nvSpPr>
          <p:cNvPr id="933" name="Rounded Rectangle 932"/>
          <p:cNvSpPr/>
          <p:nvPr/>
        </p:nvSpPr>
        <p:spPr>
          <a:xfrm>
            <a:off x="3196559" y="5705855"/>
            <a:ext cx="8279983" cy="877824"/>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4" name="TextBox 933"/>
          <p:cNvSpPr txBox="1"/>
          <p:nvPr/>
        </p:nvSpPr>
        <p:spPr>
          <a:xfrm>
            <a:off x="3489167" y="5907024"/>
            <a:ext cx="7694767" cy="475488"/>
          </a:xfrm>
          <a:prstGeom prst="rect">
            <a:avLst/>
          </a:prstGeom>
          <a:noFill/>
        </p:spPr>
        <p:txBody>
          <a:bodyPr wrap="square" lIns="0" tIns="0" rIns="0" bIns="0">
            <a:spAutoFit/>
          </a:bodyPr>
          <a:lstStyle/>
          <a:p>
            <a:pPr algn="l">
              <a:lnSpc>
                <a:spcPct val="126000"/>
              </a:lnSpc>
              <a:spcBef>
                <a:spcPts val="0"/>
              </a:spcBef>
              <a:spcAft>
                <a:spcPts val="0"/>
              </a:spcAft>
            </a:pPr>
            <a:r>
              <a:rPr lang="nl-NL" sz="1000" b="1">
                <a:solidFill>
                  <a:srgbClr val="FFFFFF"/>
                </a:solidFill>
                <a:latin typeface="IBM Plex Sans"/>
              </a:rPr>
              <a:t>Hier komt een korte toelichting op dit onderdeel. Beschrijf in een paar zinnen de kern, de onderbouwing en wat dit betekent voor de lezer. Houd de tekst bondig.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7" action="ppaction://hlinksldjump"/>
              </a:rPr>
              <a:t> 5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27432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4}" type="slidenum">
              <a:rPr lang="nl-NL" sz="675">
                <a:solidFill>
                  <a:srgbClr val="FFFFFF"/>
                </a:solidFill>
                <a:latin typeface="IBM Plex Sans"/>
              </a:rPr>
              <a:t>14</a:t>
            </a:fld>
            <a:endParaRPr lang="nl-NL" sz="675"/>
          </a:p>
        </p:txBody>
      </p:sp>
      <p:sp>
        <p:nvSpPr>
          <p:cNvPr id="901" name="TextBox 900"/>
          <p:cNvSpPr txBox="1"/>
          <p:nvPr/>
        </p:nvSpPr>
        <p:spPr>
          <a:xfrm>
            <a:off x="3196559" y="1737360"/>
            <a:ext cx="4030263" cy="182880"/>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EF174D"/>
                </a:solidFill>
                <a:latin typeface="IBM Plex Sans"/>
              </a:rPr>
              <a:t>LABEL VAN BLOK</a:t>
            </a:r>
          </a:p>
        </p:txBody>
      </p:sp>
      <p:graphicFrame>
        <p:nvGraphicFramePr>
          <p:cNvPr id="902" name="Table 901"/>
          <p:cNvGraphicFramePr>
            <a:graphicFrameLocks noGrp="1"/>
          </p:cNvGraphicFramePr>
          <p:nvPr/>
        </p:nvGraphicFramePr>
        <p:xfrm>
          <a:off x="3196559" y="1938528"/>
          <a:ext cx="4030262" cy="2450592"/>
        </p:xfrm>
        <a:graphic>
          <a:graphicData uri="http://schemas.openxmlformats.org/drawingml/2006/table">
            <a:tbl>
              <a:tblPr>
                <a:tableStyleId>{5C22544A-7EE6-4342-B048-85BDC9FD1C3A}</a:tableStyleId>
              </a:tblPr>
              <a:tblGrid>
                <a:gridCol w="2277974">
                  <a:extLst>
                    <a:ext uri="{9D8B030D-6E8A-4147-A177-3AD203B41FA5}">
                      <a16:colId xmlns:a16="http://schemas.microsoft.com/office/drawing/2014/main" val="20000"/>
                    </a:ext>
                  </a:extLst>
                </a:gridCol>
                <a:gridCol w="876144">
                  <a:extLst>
                    <a:ext uri="{9D8B030D-6E8A-4147-A177-3AD203B41FA5}">
                      <a16:colId xmlns:a16="http://schemas.microsoft.com/office/drawing/2014/main" val="20001"/>
                    </a:ext>
                  </a:extLst>
                </a:gridCol>
                <a:gridCol w="876144">
                  <a:extLst>
                    <a:ext uri="{9D8B030D-6E8A-4147-A177-3AD203B41FA5}">
                      <a16:colId xmlns:a16="http://schemas.microsoft.com/office/drawing/2014/main" val="20002"/>
                    </a:ext>
                  </a:extLst>
                </a:gridCol>
              </a:tblGrid>
              <a:tr h="256032">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JAAR 00</a:t>
                      </a:r>
                    </a:p>
                  </a:txBody>
                  <a:tcPr marR="73152" anchor="ctr">
                    <a:solidFill>
                      <a:srgbClr val="101D4F"/>
                    </a:solidFill>
                  </a:tcPr>
                </a:tc>
                <a:tc>
                  <a:txBody>
                    <a:bodyPr/>
                    <a:lstStyle/>
                    <a:p>
                      <a:pPr algn="l">
                        <a:lnSpc>
                          <a:spcPct val="100000"/>
                        </a:lnSpc>
                      </a:pPr>
                      <a:r>
                        <a:rPr lang="nl-NL" sz="700" b="1">
                          <a:solidFill>
                            <a:srgbClr val="FFFFFF"/>
                          </a:solidFill>
                          <a:latin typeface="IBM Plex Sans"/>
                        </a:rPr>
                        <a:t>JAAR 00</a:t>
                      </a:r>
                    </a:p>
                  </a:txBody>
                  <a:tcPr marR="73152" anchor="ctr">
                    <a:solidFill>
                      <a:srgbClr val="101D4F"/>
                    </a:solidFill>
                  </a:tcPr>
                </a:tc>
                <a:extLst>
                  <a:ext uri="{0D108BD9-81ED-4DB2-BD59-A6C34878D82A}">
                    <a16:rowId xmlns:a16="http://schemas.microsoft.com/office/drawing/2014/main" val="10000"/>
                  </a:ext>
                </a:extLst>
              </a:tr>
              <a:tr h="274320">
                <a:tc>
                  <a:txBody>
                    <a:bodyPr/>
                    <a:lstStyle/>
                    <a:p>
                      <a:pPr algn="l">
                        <a:lnSpc>
                          <a:spcPct val="116000"/>
                        </a:lnSpc>
                      </a:pPr>
                      <a:r>
                        <a:rPr lang="nl-NL" sz="800" b="1">
                          <a:solidFill>
                            <a:srgbClr val="101D4F"/>
                          </a:solidFill>
                          <a:latin typeface="IBM Plex Sans"/>
                        </a:rPr>
                        <a:t>Kop van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1"/>
                  </a:ext>
                </a:extLst>
              </a:tr>
              <a:tr h="274320">
                <a:tc>
                  <a:txBody>
                    <a:bodyPr/>
                    <a:lstStyle/>
                    <a:p>
                      <a:pPr algn="l">
                        <a:lnSpc>
                          <a:spcPct val="116000"/>
                        </a:lnSpc>
                      </a:pPr>
                      <a:r>
                        <a:rPr lang="nl-NL" sz="800" b="1">
                          <a:solidFill>
                            <a:srgbClr val="101D4F"/>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2"/>
                  </a:ext>
                </a:extLst>
              </a:tr>
              <a:tr h="274320">
                <a:tc>
                  <a:txBody>
                    <a:bodyPr/>
                    <a:lstStyle/>
                    <a:p>
                      <a:pPr algn="l">
                        <a:lnSpc>
                          <a:spcPct val="116000"/>
                        </a:lnSpc>
                      </a:pPr>
                      <a:r>
                        <a:rPr lang="nl-NL" sz="800" b="1">
                          <a:solidFill>
                            <a:srgbClr val="101D4F"/>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3"/>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4"/>
                  </a:ext>
                </a:extLst>
              </a:tr>
              <a:tr h="274320">
                <a:tc>
                  <a:txBody>
                    <a:bodyPr/>
                    <a:lstStyle/>
                    <a:p>
                      <a:pPr algn="l">
                        <a:lnSpc>
                          <a:spcPct val="116000"/>
                        </a:lnSpc>
                      </a:pPr>
                      <a:r>
                        <a:rPr lang="nl-NL" sz="800" b="1">
                          <a:solidFill>
                            <a:srgbClr val="101D4F"/>
                          </a:solidFill>
                          <a:latin typeface="IBM Plex Sans"/>
                        </a:rPr>
                        <a:t>Kop van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5"/>
                  </a:ext>
                </a:extLst>
              </a:tr>
              <a:tr h="274320">
                <a:tc>
                  <a:txBody>
                    <a:bodyPr/>
                    <a:lstStyle/>
                    <a:p>
                      <a:pPr algn="l">
                        <a:lnSpc>
                          <a:spcPct val="116000"/>
                        </a:lnSpc>
                      </a:pPr>
                      <a:r>
                        <a:rPr lang="nl-NL" sz="800" b="1">
                          <a:solidFill>
                            <a:srgbClr val="101D4F"/>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6"/>
                  </a:ext>
                </a:extLst>
              </a:tr>
              <a:tr h="274320">
                <a:tc>
                  <a:txBody>
                    <a:bodyPr/>
                    <a:lstStyle/>
                    <a:p>
                      <a:pPr algn="l">
                        <a:lnSpc>
                          <a:spcPct val="116000"/>
                        </a:lnSpc>
                      </a:pPr>
                      <a:r>
                        <a:rPr lang="nl-NL" sz="800" b="1">
                          <a:solidFill>
                            <a:srgbClr val="101D4F"/>
                          </a:solidFill>
                          <a:latin typeface="IBM Plex Sans"/>
                        </a:rPr>
                        <a:t>Kop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7"/>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1">
                          <a:solidFill>
                            <a:srgbClr val="EF174D"/>
                          </a:solidFill>
                          <a:latin typeface="IBM Plex Sans"/>
                        </a:rPr>
                        <a:t>€ 00</a:t>
                      </a:r>
                    </a:p>
                  </a:txBody>
                  <a:tcPr marR="73152" marT="36576" marB="36576" anchor="ctr">
                    <a:solidFill>
                      <a:srgbClr val="ECEEF2"/>
                    </a:solidFill>
                  </a:tcPr>
                </a:tc>
                <a:tc>
                  <a:txBody>
                    <a:bodyPr/>
                    <a:lstStyle/>
                    <a:p>
                      <a:pPr algn="l">
                        <a:lnSpc>
                          <a:spcPct val="116000"/>
                        </a:lnSpc>
                      </a:pPr>
                      <a:r>
                        <a:rPr lang="nl-NL" sz="800" b="1">
                          <a:solidFill>
                            <a:srgbClr val="EF174D"/>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8"/>
                  </a:ext>
                </a:extLst>
              </a:tr>
            </a:tbl>
          </a:graphicData>
        </a:graphic>
      </p:graphicFrame>
      <p:sp>
        <p:nvSpPr>
          <p:cNvPr id="903" name="TextBox 902"/>
          <p:cNvSpPr txBox="1"/>
          <p:nvPr/>
        </p:nvSpPr>
        <p:spPr>
          <a:xfrm>
            <a:off x="7446279" y="1737360"/>
            <a:ext cx="4030263" cy="182880"/>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00B49C"/>
                </a:solidFill>
                <a:latin typeface="IBM Plex Sans"/>
              </a:rPr>
              <a:t>LABEL VAN BLOK</a:t>
            </a:r>
          </a:p>
        </p:txBody>
      </p:sp>
      <p:graphicFrame>
        <p:nvGraphicFramePr>
          <p:cNvPr id="904" name="Table 903"/>
          <p:cNvGraphicFramePr>
            <a:graphicFrameLocks noGrp="1"/>
          </p:cNvGraphicFramePr>
          <p:nvPr/>
        </p:nvGraphicFramePr>
        <p:xfrm>
          <a:off x="7446279" y="1938528"/>
          <a:ext cx="4030262" cy="2176272"/>
        </p:xfrm>
        <a:graphic>
          <a:graphicData uri="http://schemas.openxmlformats.org/drawingml/2006/table">
            <a:tbl>
              <a:tblPr>
                <a:tableStyleId>{5C22544A-7EE6-4342-B048-85BDC9FD1C3A}</a:tableStyleId>
              </a:tblPr>
              <a:tblGrid>
                <a:gridCol w="2277974">
                  <a:extLst>
                    <a:ext uri="{9D8B030D-6E8A-4147-A177-3AD203B41FA5}">
                      <a16:colId xmlns:a16="http://schemas.microsoft.com/office/drawing/2014/main" val="20000"/>
                    </a:ext>
                  </a:extLst>
                </a:gridCol>
                <a:gridCol w="876144">
                  <a:extLst>
                    <a:ext uri="{9D8B030D-6E8A-4147-A177-3AD203B41FA5}">
                      <a16:colId xmlns:a16="http://schemas.microsoft.com/office/drawing/2014/main" val="20001"/>
                    </a:ext>
                  </a:extLst>
                </a:gridCol>
                <a:gridCol w="876144">
                  <a:extLst>
                    <a:ext uri="{9D8B030D-6E8A-4147-A177-3AD203B41FA5}">
                      <a16:colId xmlns:a16="http://schemas.microsoft.com/office/drawing/2014/main" val="20002"/>
                    </a:ext>
                  </a:extLst>
                </a:gridCol>
              </a:tblGrid>
              <a:tr h="256032">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JAAR 00</a:t>
                      </a:r>
                    </a:p>
                  </a:txBody>
                  <a:tcPr marR="73152" anchor="ctr">
                    <a:solidFill>
                      <a:srgbClr val="101D4F"/>
                    </a:solidFill>
                  </a:tcPr>
                </a:tc>
                <a:tc>
                  <a:txBody>
                    <a:bodyPr/>
                    <a:lstStyle/>
                    <a:p>
                      <a:pPr algn="l">
                        <a:lnSpc>
                          <a:spcPct val="100000"/>
                        </a:lnSpc>
                      </a:pPr>
                      <a:r>
                        <a:rPr lang="nl-NL" sz="700" b="1">
                          <a:solidFill>
                            <a:srgbClr val="FFFFFF"/>
                          </a:solidFill>
                          <a:latin typeface="IBM Plex Sans"/>
                        </a:rPr>
                        <a:t>JAAR 00</a:t>
                      </a:r>
                    </a:p>
                  </a:txBody>
                  <a:tcPr marR="73152" anchor="ctr">
                    <a:solidFill>
                      <a:srgbClr val="101D4F"/>
                    </a:solidFill>
                  </a:tcPr>
                </a:tc>
                <a:extLst>
                  <a:ext uri="{0D108BD9-81ED-4DB2-BD59-A6C34878D82A}">
                    <a16:rowId xmlns:a16="http://schemas.microsoft.com/office/drawing/2014/main" val="10000"/>
                  </a:ext>
                </a:extLst>
              </a:tr>
              <a:tr h="274320">
                <a:tc>
                  <a:txBody>
                    <a:bodyPr/>
                    <a:lstStyle/>
                    <a:p>
                      <a:pPr algn="l">
                        <a:lnSpc>
                          <a:spcPct val="116000"/>
                        </a:lnSpc>
                      </a:pPr>
                      <a:r>
                        <a:rPr lang="nl-NL" sz="800" b="1">
                          <a:solidFill>
                            <a:srgbClr val="101D4F"/>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1"/>
                  </a:ext>
                </a:extLst>
              </a:tr>
              <a:tr h="274320">
                <a:tc>
                  <a:txBody>
                    <a:bodyPr/>
                    <a:lstStyle/>
                    <a:p>
                      <a:pPr algn="l">
                        <a:lnSpc>
                          <a:spcPct val="116000"/>
                        </a:lnSpc>
                      </a:pPr>
                      <a:r>
                        <a:rPr lang="nl-NL" sz="800" b="1">
                          <a:solidFill>
                            <a:srgbClr val="101D4F"/>
                          </a:solidFill>
                          <a:latin typeface="IBM Plex Sans"/>
                        </a:rPr>
                        <a:t>Kop van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2"/>
                  </a:ext>
                </a:extLst>
              </a:tr>
              <a:tr h="274320">
                <a:tc>
                  <a:txBody>
                    <a:bodyPr/>
                    <a:lstStyle/>
                    <a:p>
                      <a:pPr algn="l">
                        <a:lnSpc>
                          <a:spcPct val="116000"/>
                        </a:lnSpc>
                      </a:pPr>
                      <a:r>
                        <a:rPr lang="nl-NL" sz="800" b="1">
                          <a:solidFill>
                            <a:srgbClr val="101D4F"/>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3"/>
                  </a:ext>
                </a:extLst>
              </a:tr>
              <a:tr h="274320">
                <a:tc>
                  <a:txBody>
                    <a:bodyPr/>
                    <a:lstStyle/>
                    <a:p>
                      <a:pPr algn="l">
                        <a:lnSpc>
                          <a:spcPct val="116000"/>
                        </a:lnSpc>
                      </a:pPr>
                      <a:r>
                        <a:rPr lang="nl-NL" sz="800" b="1">
                          <a:solidFill>
                            <a:srgbClr val="101D4F"/>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4"/>
                  </a:ext>
                </a:extLst>
              </a:tr>
              <a:tr h="274320">
                <a:tc>
                  <a:txBody>
                    <a:bodyPr/>
                    <a:lstStyle/>
                    <a:p>
                      <a:pPr algn="l">
                        <a:lnSpc>
                          <a:spcPct val="116000"/>
                        </a:lnSpc>
                      </a:pPr>
                      <a:r>
                        <a:rPr lang="nl-NL" sz="800" b="1">
                          <a:solidFill>
                            <a:srgbClr val="101D4F"/>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5"/>
                  </a:ext>
                </a:extLst>
              </a:tr>
              <a:tr h="274320">
                <a:tc>
                  <a:txBody>
                    <a:bodyPr/>
                    <a:lstStyle/>
                    <a:p>
                      <a:pPr algn="l">
                        <a:lnSpc>
                          <a:spcPct val="116000"/>
                        </a:lnSpc>
                      </a:pPr>
                      <a:r>
                        <a:rPr lang="nl-NL" sz="800" b="1">
                          <a:solidFill>
                            <a:srgbClr val="101D4F"/>
                          </a:solidFill>
                          <a:latin typeface="IBM Plex Sans"/>
                        </a:rPr>
                        <a:t>Korte 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6"/>
                  </a:ext>
                </a:extLst>
              </a:tr>
              <a:tr h="274320">
                <a:tc>
                  <a:txBody>
                    <a:bodyPr/>
                    <a:lstStyle/>
                    <a:p>
                      <a:pPr algn="l">
                        <a:lnSpc>
                          <a:spcPct val="116000"/>
                        </a:lnSpc>
                      </a:pPr>
                      <a:r>
                        <a:rPr lang="nl-NL" sz="800" b="1">
                          <a:solidFill>
                            <a:srgbClr val="101D4F"/>
                          </a:solidFill>
                          <a:latin typeface="IBM Plex Sans"/>
                        </a:rPr>
                        <a:t>Kop blok</a:t>
                      </a:r>
                    </a:p>
                  </a:txBody>
                  <a:tcPr marR="73152" marT="36576" marB="36576" anchor="ctr">
                    <a:solidFill>
                      <a:srgbClr val="FFFFFF"/>
                    </a:solidFill>
                  </a:tcPr>
                </a:tc>
                <a:tc>
                  <a:txBody>
                    <a:bodyPr/>
                    <a:lstStyle/>
                    <a:p>
                      <a:pPr algn="l">
                        <a:lnSpc>
                          <a:spcPct val="116000"/>
                        </a:lnSpc>
                      </a:pPr>
                      <a:r>
                        <a:rPr lang="nl-NL" sz="800" b="1">
                          <a:solidFill>
                            <a:srgbClr val="00B49C"/>
                          </a:solidFill>
                          <a:latin typeface="IBM Plex Sans"/>
                        </a:rPr>
                        <a:t>+ 00</a:t>
                      </a:r>
                    </a:p>
                  </a:txBody>
                  <a:tcPr marR="73152" marT="36576" marB="36576" anchor="ctr">
                    <a:solidFill>
                      <a:srgbClr val="FFFFFF"/>
                    </a:solidFill>
                  </a:tcPr>
                </a:tc>
                <a:tc>
                  <a:txBody>
                    <a:bodyPr/>
                    <a:lstStyle/>
                    <a:p>
                      <a:pPr algn="l">
                        <a:lnSpc>
                          <a:spcPct val="116000"/>
                        </a:lnSpc>
                      </a:pPr>
                      <a:r>
                        <a:rPr lang="nl-NL" sz="800" b="1">
                          <a:solidFill>
                            <a:srgbClr val="00B49C"/>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05" name="Rounded Rectangle 904"/>
          <p:cNvSpPr/>
          <p:nvPr/>
        </p:nvSpPr>
        <p:spPr>
          <a:xfrm>
            <a:off x="3196559" y="4608576"/>
            <a:ext cx="8279983" cy="1152144"/>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TextBox 905"/>
          <p:cNvSpPr txBox="1"/>
          <p:nvPr/>
        </p:nvSpPr>
        <p:spPr>
          <a:xfrm>
            <a:off x="3489167" y="4773168"/>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850" b="1">
                <a:solidFill>
                  <a:srgbClr val="00B49C"/>
                </a:solidFill>
                <a:latin typeface="IBM Plex Sans"/>
              </a:rPr>
              <a:t>LABEL VAN HET BLOK</a:t>
            </a:r>
          </a:p>
        </p:txBody>
      </p:sp>
      <p:sp>
        <p:nvSpPr>
          <p:cNvPr id="907" name="TextBox 906"/>
          <p:cNvSpPr txBox="1"/>
          <p:nvPr/>
        </p:nvSpPr>
        <p:spPr>
          <a:xfrm>
            <a:off x="3489167" y="5010912"/>
            <a:ext cx="2418618"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Kop van blok</a:t>
            </a:r>
          </a:p>
        </p:txBody>
      </p:sp>
      <p:sp>
        <p:nvSpPr>
          <p:cNvPr id="908" name="TextBox 907"/>
          <p:cNvSpPr txBox="1"/>
          <p:nvPr/>
        </p:nvSpPr>
        <p:spPr>
          <a:xfrm>
            <a:off x="3489167" y="5230368"/>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0">
                <a:solidFill>
                  <a:srgbClr val="C3C8D4"/>
                </a:solidFill>
                <a:latin typeface="IBM Plex Sans"/>
              </a:rPr>
              <a:t>korte kop met omschrijving van het blok</a:t>
            </a:r>
          </a:p>
        </p:txBody>
      </p:sp>
      <p:sp>
        <p:nvSpPr>
          <p:cNvPr id="909" name="TextBox 908"/>
          <p:cNvSpPr txBox="1"/>
          <p:nvPr/>
        </p:nvSpPr>
        <p:spPr>
          <a:xfrm>
            <a:off x="3489167" y="5431536"/>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1">
                <a:solidFill>
                  <a:srgbClr val="FF8AA8"/>
                </a:solidFill>
                <a:latin typeface="IBM Plex Sans"/>
              </a:rPr>
              <a:t>korte kop van het blok hier</a:t>
            </a:r>
          </a:p>
        </p:txBody>
      </p:sp>
      <p:sp>
        <p:nvSpPr>
          <p:cNvPr id="910" name="TextBox 909"/>
          <p:cNvSpPr txBox="1"/>
          <p:nvPr/>
        </p:nvSpPr>
        <p:spPr>
          <a:xfrm>
            <a:off x="6127241" y="5010912"/>
            <a:ext cx="2418618"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Kop van blok</a:t>
            </a:r>
          </a:p>
        </p:txBody>
      </p:sp>
      <p:sp>
        <p:nvSpPr>
          <p:cNvPr id="911" name="TextBox 910"/>
          <p:cNvSpPr txBox="1"/>
          <p:nvPr/>
        </p:nvSpPr>
        <p:spPr>
          <a:xfrm>
            <a:off x="6127241" y="5230368"/>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0">
                <a:solidFill>
                  <a:srgbClr val="C3C8D4"/>
                </a:solidFill>
                <a:latin typeface="IBM Plex Sans"/>
              </a:rPr>
              <a:t>korte kop met omschrijving van het blok</a:t>
            </a:r>
          </a:p>
        </p:txBody>
      </p:sp>
      <p:sp>
        <p:nvSpPr>
          <p:cNvPr id="912" name="TextBox 911"/>
          <p:cNvSpPr txBox="1"/>
          <p:nvPr/>
        </p:nvSpPr>
        <p:spPr>
          <a:xfrm>
            <a:off x="6127241" y="5431536"/>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1">
                <a:solidFill>
                  <a:srgbClr val="00B49C"/>
                </a:solidFill>
                <a:latin typeface="IBM Plex Sans"/>
              </a:rPr>
              <a:t>korte kop van het blok hier</a:t>
            </a:r>
          </a:p>
        </p:txBody>
      </p:sp>
      <p:sp>
        <p:nvSpPr>
          <p:cNvPr id="913" name="TextBox 912"/>
          <p:cNvSpPr txBox="1"/>
          <p:nvPr/>
        </p:nvSpPr>
        <p:spPr>
          <a:xfrm>
            <a:off x="8765316" y="5010912"/>
            <a:ext cx="2418618"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Kop van blok</a:t>
            </a:r>
          </a:p>
        </p:txBody>
      </p:sp>
      <p:sp>
        <p:nvSpPr>
          <p:cNvPr id="914" name="TextBox 913"/>
          <p:cNvSpPr txBox="1"/>
          <p:nvPr/>
        </p:nvSpPr>
        <p:spPr>
          <a:xfrm>
            <a:off x="8765316" y="5230368"/>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0">
                <a:solidFill>
                  <a:srgbClr val="C3C8D4"/>
                </a:solidFill>
                <a:latin typeface="IBM Plex Sans"/>
              </a:rPr>
              <a:t>korte kop met omschrijving van het blok</a:t>
            </a:r>
          </a:p>
        </p:txBody>
      </p:sp>
      <p:sp>
        <p:nvSpPr>
          <p:cNvPr id="915" name="TextBox 914"/>
          <p:cNvSpPr txBox="1"/>
          <p:nvPr/>
        </p:nvSpPr>
        <p:spPr>
          <a:xfrm>
            <a:off x="8765316" y="5431536"/>
            <a:ext cx="2418618" cy="182880"/>
          </a:xfrm>
          <a:prstGeom prst="rect">
            <a:avLst/>
          </a:prstGeom>
          <a:noFill/>
        </p:spPr>
        <p:txBody>
          <a:bodyPr wrap="square" lIns="0" tIns="0" rIns="0" bIns="0">
            <a:spAutoFit/>
          </a:bodyPr>
          <a:lstStyle/>
          <a:p>
            <a:pPr algn="l">
              <a:lnSpc>
                <a:spcPct val="120000"/>
              </a:lnSpc>
              <a:spcBef>
                <a:spcPts val="0"/>
              </a:spcBef>
              <a:spcAft>
                <a:spcPts val="0"/>
              </a:spcAft>
            </a:pPr>
            <a:r>
              <a:rPr lang="nl-NL" sz="850" b="1">
                <a:solidFill>
                  <a:srgbClr val="00B49C"/>
                </a:solidFill>
                <a:latin typeface="IBM Plex Sans"/>
              </a:rPr>
              <a:t>korte kop van het blok hier</a:t>
            </a:r>
          </a:p>
        </p:txBody>
      </p:sp>
      <p:sp>
        <p:nvSpPr>
          <p:cNvPr id="916" name="TextBox 915"/>
          <p:cNvSpPr txBox="1"/>
          <p:nvPr/>
        </p:nvSpPr>
        <p:spPr>
          <a:xfrm>
            <a:off x="3196559" y="5888736"/>
            <a:ext cx="8279983" cy="566928"/>
          </a:xfrm>
          <a:prstGeom prst="rect">
            <a:avLst/>
          </a:prstGeom>
          <a:noFill/>
        </p:spPr>
        <p:txBody>
          <a:bodyPr wrap="square" lIns="0" tIns="0" rIns="0" bIns="0">
            <a:spAutoFit/>
          </a:bodyPr>
          <a:lstStyle/>
          <a:p>
            <a:pPr algn="l">
              <a:lnSpc>
                <a:spcPct val="128000"/>
              </a:lnSpc>
              <a:spcBef>
                <a:spcPts val="0"/>
              </a:spcBef>
              <a:spcAft>
                <a:spcPts val="0"/>
              </a:spcAft>
            </a:pPr>
            <a:r>
              <a:rPr lang="nl-NL" sz="750" b="0">
                <a:solidFill>
                  <a:srgbClr val="6C7489"/>
                </a:solidFill>
                <a:latin typeface="IBM Plex Sans"/>
              </a:rPr>
              <a:t>Hier komt een korte toelichting op dit onderdeel. Beschrijf in een paar zinnen de kern, de onderbouwing en wat dit betekent voor de lezer. Houd de tekst bondig en concreet. Hier komt een korte toelichting op dit onderdeel. Beschrijf in een paar zinnen de kern, de onderbouwing en wat dit betekent voor de lezer. Houd de tekst bondig en concreet. Hier komt een korte toelichting op dit onderdeel. Beschrijf in een paar zinnen de kern, de onderbouwing en wat dit betekent voor de lezer. Houd de tekst bondig en concreet. Hier komt een korte toelichting.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 in één zin</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6  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7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4}" type="slidenum">
              <a:rPr lang="nl-NL" sz="675">
                <a:solidFill>
                  <a:srgbClr val="FFFFFF"/>
                </a:solidFill>
                <a:latin typeface="IBM Plex Sans"/>
              </a:rPr>
              <a:t>15</a:t>
            </a:fld>
            <a:endParaRPr lang="nl-NL" sz="675"/>
          </a:p>
        </p:txBody>
      </p:sp>
      <p:sp>
        <p:nvSpPr>
          <p:cNvPr id="901" name="Chevron 900"/>
          <p:cNvSpPr/>
          <p:nvPr/>
        </p:nvSpPr>
        <p:spPr>
          <a:xfrm>
            <a:off x="3196559" y="1719072"/>
            <a:ext cx="2028847" cy="676656"/>
          </a:xfrm>
          <a:prstGeom prst="chevron">
            <a:avLst/>
          </a:prstGeom>
          <a:solidFill>
            <a:srgbClr val="101D4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FFFFFF"/>
                </a:solidFill>
                <a:latin typeface="IBM Plex Sans"/>
              </a:rPr>
              <a:t>Tekst</a:t>
            </a:r>
          </a:p>
          <a:p>
            <a:pPr algn="ctr">
              <a:lnSpc>
                <a:spcPct val="114000"/>
              </a:lnSpc>
              <a:spcBef>
                <a:spcPts val="0"/>
              </a:spcBef>
              <a:spcAft>
                <a:spcPts val="0"/>
              </a:spcAft>
            </a:pPr>
            <a:r>
              <a:rPr lang="nl-NL" sz="900" b="1">
                <a:solidFill>
                  <a:srgbClr val="FFFFFF"/>
                </a:solidFill>
                <a:latin typeface="IBM Plex Sans"/>
              </a:rPr>
              <a:t>kop blok</a:t>
            </a:r>
          </a:p>
        </p:txBody>
      </p:sp>
      <p:sp>
        <p:nvSpPr>
          <p:cNvPr id="902" name="Chevron 901"/>
          <p:cNvSpPr/>
          <p:nvPr/>
        </p:nvSpPr>
        <p:spPr>
          <a:xfrm>
            <a:off x="5280271" y="1719072"/>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Kop blok</a:t>
            </a:r>
          </a:p>
          <a:p>
            <a:pPr algn="ctr">
              <a:lnSpc>
                <a:spcPct val="114000"/>
              </a:lnSpc>
              <a:spcBef>
                <a:spcPts val="0"/>
              </a:spcBef>
              <a:spcAft>
                <a:spcPts val="0"/>
              </a:spcAft>
            </a:pPr>
            <a:r>
              <a:rPr lang="nl-NL" sz="900" b="1">
                <a:solidFill>
                  <a:srgbClr val="101D4F"/>
                </a:solidFill>
                <a:latin typeface="IBM Plex Sans"/>
              </a:rPr>
              <a:t>tekst</a:t>
            </a:r>
          </a:p>
        </p:txBody>
      </p:sp>
      <p:sp>
        <p:nvSpPr>
          <p:cNvPr id="903" name="Chevron 902"/>
          <p:cNvSpPr/>
          <p:nvPr/>
        </p:nvSpPr>
        <p:spPr>
          <a:xfrm>
            <a:off x="7363983" y="1719072"/>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Kop blok</a:t>
            </a:r>
          </a:p>
          <a:p>
            <a:pPr algn="ctr">
              <a:lnSpc>
                <a:spcPct val="114000"/>
              </a:lnSpc>
              <a:spcBef>
                <a:spcPts val="0"/>
              </a:spcBef>
              <a:spcAft>
                <a:spcPts val="0"/>
              </a:spcAft>
            </a:pPr>
            <a:r>
              <a:rPr lang="nl-NL" sz="900" b="1">
                <a:solidFill>
                  <a:srgbClr val="101D4F"/>
                </a:solidFill>
                <a:latin typeface="IBM Plex Sans"/>
              </a:rPr>
              <a:t>tekst</a:t>
            </a:r>
          </a:p>
        </p:txBody>
      </p:sp>
      <p:sp>
        <p:nvSpPr>
          <p:cNvPr id="904" name="Chevron 903"/>
          <p:cNvSpPr/>
          <p:nvPr/>
        </p:nvSpPr>
        <p:spPr>
          <a:xfrm>
            <a:off x="9447695" y="1719072"/>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Tekst</a:t>
            </a:r>
          </a:p>
        </p:txBody>
      </p:sp>
      <p:sp>
        <p:nvSpPr>
          <p:cNvPr id="905" name="Chevron 904"/>
          <p:cNvSpPr/>
          <p:nvPr/>
        </p:nvSpPr>
        <p:spPr>
          <a:xfrm>
            <a:off x="3196559" y="2962656"/>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Kop blok</a:t>
            </a:r>
          </a:p>
          <a:p>
            <a:pPr algn="ctr">
              <a:lnSpc>
                <a:spcPct val="114000"/>
              </a:lnSpc>
              <a:spcBef>
                <a:spcPts val="0"/>
              </a:spcBef>
              <a:spcAft>
                <a:spcPts val="0"/>
              </a:spcAft>
            </a:pPr>
            <a:r>
              <a:rPr lang="nl-NL" sz="900" b="1">
                <a:solidFill>
                  <a:srgbClr val="101D4F"/>
                </a:solidFill>
                <a:latin typeface="IBM Plex Sans"/>
              </a:rPr>
              <a:t>tekst</a:t>
            </a:r>
          </a:p>
        </p:txBody>
      </p:sp>
      <p:sp>
        <p:nvSpPr>
          <p:cNvPr id="906" name="Chevron 905"/>
          <p:cNvSpPr/>
          <p:nvPr/>
        </p:nvSpPr>
        <p:spPr>
          <a:xfrm>
            <a:off x="5280271" y="2962656"/>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Tekst</a:t>
            </a:r>
          </a:p>
        </p:txBody>
      </p:sp>
      <p:sp>
        <p:nvSpPr>
          <p:cNvPr id="907" name="Chevron 906"/>
          <p:cNvSpPr/>
          <p:nvPr/>
        </p:nvSpPr>
        <p:spPr>
          <a:xfrm>
            <a:off x="7363983" y="2962656"/>
            <a:ext cx="2028847" cy="676656"/>
          </a:xfrm>
          <a:prstGeom prst="chevron">
            <a:avLst/>
          </a:prstGeom>
          <a:solidFill>
            <a:srgbClr val="FFFFF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101D4F"/>
                </a:solidFill>
                <a:latin typeface="IBM Plex Sans"/>
              </a:rPr>
              <a:t>Kop blok</a:t>
            </a:r>
          </a:p>
          <a:p>
            <a:pPr algn="ctr">
              <a:lnSpc>
                <a:spcPct val="114000"/>
              </a:lnSpc>
              <a:spcBef>
                <a:spcPts val="0"/>
              </a:spcBef>
              <a:spcAft>
                <a:spcPts val="0"/>
              </a:spcAft>
            </a:pPr>
            <a:r>
              <a:rPr lang="nl-NL" sz="900" b="1">
                <a:solidFill>
                  <a:srgbClr val="101D4F"/>
                </a:solidFill>
                <a:latin typeface="IBM Plex Sans"/>
              </a:rPr>
              <a:t>tekst</a:t>
            </a:r>
          </a:p>
        </p:txBody>
      </p:sp>
      <p:sp>
        <p:nvSpPr>
          <p:cNvPr id="908" name="Chevron 907"/>
          <p:cNvSpPr/>
          <p:nvPr/>
        </p:nvSpPr>
        <p:spPr>
          <a:xfrm>
            <a:off x="9447695" y="2962656"/>
            <a:ext cx="2028847" cy="676656"/>
          </a:xfrm>
          <a:prstGeom prst="chevron">
            <a:avLst/>
          </a:prstGeom>
          <a:solidFill>
            <a:srgbClr val="101D4F"/>
          </a:solidFill>
          <a:ln w="12700">
            <a:solidFill>
              <a:srgbClr val="C3C8D4"/>
            </a:solidFill>
          </a:ln>
          <a:effectLst/>
        </p:spPr>
        <p:style>
          <a:lnRef idx="1">
            <a:schemeClr val="accent1"/>
          </a:lnRef>
          <a:fillRef idx="3">
            <a:schemeClr val="accent1"/>
          </a:fillRef>
          <a:effectRef idx="2">
            <a:schemeClr val="accent1"/>
          </a:effectRef>
          <a:fontRef idx="minor">
            <a:schemeClr val="lt1"/>
          </a:fontRef>
        </p:style>
        <p:txBody>
          <a:bodyPr wrap="square" lIns="219456" rIns="109728" rtlCol="0" anchor="ctr"/>
          <a:lstStyle/>
          <a:p>
            <a:pPr algn="ctr">
              <a:lnSpc>
                <a:spcPct val="114000"/>
              </a:lnSpc>
              <a:spcBef>
                <a:spcPts val="0"/>
              </a:spcBef>
              <a:spcAft>
                <a:spcPts val="0"/>
              </a:spcAft>
            </a:pPr>
            <a:r>
              <a:rPr lang="nl-NL" sz="900" b="1">
                <a:solidFill>
                  <a:srgbClr val="FFFFFF"/>
                </a:solidFill>
                <a:latin typeface="IBM Plex Sans"/>
              </a:rPr>
              <a:t>Kop blok</a:t>
            </a:r>
          </a:p>
          <a:p>
            <a:pPr algn="ctr">
              <a:lnSpc>
                <a:spcPct val="114000"/>
              </a:lnSpc>
              <a:spcBef>
                <a:spcPts val="0"/>
              </a:spcBef>
              <a:spcAft>
                <a:spcPts val="0"/>
              </a:spcAft>
            </a:pPr>
            <a:r>
              <a:rPr lang="nl-NL" sz="900" b="1">
                <a:solidFill>
                  <a:srgbClr val="FFFFFF"/>
                </a:solidFill>
                <a:latin typeface="IBM Plex Sans"/>
              </a:rPr>
              <a:t>tekst</a:t>
            </a:r>
          </a:p>
        </p:txBody>
      </p:sp>
      <p:sp>
        <p:nvSpPr>
          <p:cNvPr id="909" name="Rounded Rectangle 908"/>
          <p:cNvSpPr/>
          <p:nvPr/>
        </p:nvSpPr>
        <p:spPr>
          <a:xfrm>
            <a:off x="3196559" y="2432304"/>
            <a:ext cx="4112559" cy="256032"/>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pPr>
            <a:r>
              <a:rPr lang="nl-NL" sz="750" b="1">
                <a:solidFill>
                  <a:srgbClr val="FFFFFF"/>
                </a:solidFill>
                <a:latin typeface="IBM Plex Sans"/>
              </a:rPr>
              <a:t>Hier komt een korte toelichting op dit onderdeel.</a:t>
            </a:r>
          </a:p>
        </p:txBody>
      </p:sp>
      <p:sp>
        <p:nvSpPr>
          <p:cNvPr id="910" name="Rounded Rectangle 909"/>
          <p:cNvSpPr/>
          <p:nvPr/>
        </p:nvSpPr>
        <p:spPr>
          <a:xfrm>
            <a:off x="7363983" y="2432304"/>
            <a:ext cx="4112559" cy="256032"/>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pPr>
            <a:r>
              <a:rPr lang="nl-NL" sz="750" b="1">
                <a:solidFill>
                  <a:srgbClr val="FFFFFF"/>
                </a:solidFill>
                <a:latin typeface="IBM Plex Sans"/>
              </a:rPr>
              <a:t>Korte kop met omschrijving van het blok</a:t>
            </a:r>
          </a:p>
        </p:txBody>
      </p:sp>
      <p:sp>
        <p:nvSpPr>
          <p:cNvPr id="911" name="Rounded Rectangle 910"/>
          <p:cNvSpPr/>
          <p:nvPr/>
        </p:nvSpPr>
        <p:spPr>
          <a:xfrm>
            <a:off x="3196559" y="3675887"/>
            <a:ext cx="4112559" cy="256032"/>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pPr>
            <a:r>
              <a:rPr lang="nl-NL" sz="750" b="1">
                <a:solidFill>
                  <a:srgbClr val="FFFFFF"/>
                </a:solidFill>
                <a:latin typeface="IBM Plex Sans"/>
              </a:rPr>
              <a:t>Hier komt een korte toelichting op dit onderdeel.</a:t>
            </a:r>
          </a:p>
        </p:txBody>
      </p:sp>
      <p:sp>
        <p:nvSpPr>
          <p:cNvPr id="912" name="Rounded Rectangle 911"/>
          <p:cNvSpPr/>
          <p:nvPr/>
        </p:nvSpPr>
        <p:spPr>
          <a:xfrm>
            <a:off x="7363983" y="3675887"/>
            <a:ext cx="4112559" cy="256032"/>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pPr>
            <a:r>
              <a:rPr lang="nl-NL" sz="750" b="1">
                <a:solidFill>
                  <a:srgbClr val="FFFFFF"/>
                </a:solidFill>
                <a:latin typeface="IBM Plex Sans"/>
              </a:rPr>
              <a:t>Kop van het blok</a:t>
            </a:r>
          </a:p>
        </p:txBody>
      </p:sp>
      <p:sp>
        <p:nvSpPr>
          <p:cNvPr id="913" name="Rounded Rectangle 912"/>
          <p:cNvSpPr/>
          <p:nvPr/>
        </p:nvSpPr>
        <p:spPr>
          <a:xfrm>
            <a:off x="3196559" y="4114800"/>
            <a:ext cx="8279983" cy="1938528"/>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4" name="Rounded Rectangle 913"/>
          <p:cNvSpPr/>
          <p:nvPr/>
        </p:nvSpPr>
        <p:spPr>
          <a:xfrm>
            <a:off x="3416015" y="4352544"/>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3489167" y="4517136"/>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LABEL VAN HET BLOK</a:t>
            </a:r>
          </a:p>
        </p:txBody>
      </p:sp>
      <p:sp>
        <p:nvSpPr>
          <p:cNvPr id="916" name="TextBox 915"/>
          <p:cNvSpPr txBox="1"/>
          <p:nvPr/>
        </p:nvSpPr>
        <p:spPr>
          <a:xfrm>
            <a:off x="3489167" y="4773168"/>
            <a:ext cx="1800247" cy="201168"/>
          </a:xfrm>
          <a:prstGeom prst="rect">
            <a:avLst/>
          </a:prstGeom>
          <a:noFill/>
        </p:spPr>
        <p:txBody>
          <a:bodyPr wrap="square" lIns="0" tIns="0" rIns="0" bIns="0">
            <a:spAutoFit/>
          </a:bodyPr>
          <a:lstStyle/>
          <a:p>
            <a:pPr algn="l">
              <a:lnSpc>
                <a:spcPct val="110000"/>
              </a:lnSpc>
              <a:spcBef>
                <a:spcPts val="0"/>
              </a:spcBef>
              <a:spcAft>
                <a:spcPts val="0"/>
              </a:spcAft>
            </a:pPr>
            <a:r>
              <a:rPr lang="nl-NL" sz="1100" b="1">
                <a:solidFill>
                  <a:srgbClr val="101D4F"/>
                </a:solidFill>
                <a:latin typeface="IBM Plex Sans"/>
              </a:rPr>
              <a:t>Tekst</a:t>
            </a:r>
          </a:p>
        </p:txBody>
      </p:sp>
      <p:sp>
        <p:nvSpPr>
          <p:cNvPr id="917" name="TextBox 916"/>
          <p:cNvSpPr txBox="1"/>
          <p:nvPr/>
        </p:nvSpPr>
        <p:spPr>
          <a:xfrm>
            <a:off x="3489167" y="4992624"/>
            <a:ext cx="1800247" cy="402336"/>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van het blok</a:t>
            </a:r>
          </a:p>
        </p:txBody>
      </p:sp>
      <p:sp>
        <p:nvSpPr>
          <p:cNvPr id="918" name="TextBox 917"/>
          <p:cNvSpPr txBox="1"/>
          <p:nvPr/>
        </p:nvSpPr>
        <p:spPr>
          <a:xfrm>
            <a:off x="5454007" y="4773168"/>
            <a:ext cx="1800247" cy="201168"/>
          </a:xfrm>
          <a:prstGeom prst="rect">
            <a:avLst/>
          </a:prstGeom>
          <a:noFill/>
        </p:spPr>
        <p:txBody>
          <a:bodyPr wrap="square" lIns="0" tIns="0" rIns="0" bIns="0">
            <a:spAutoFit/>
          </a:bodyPr>
          <a:lstStyle/>
          <a:p>
            <a:pPr algn="l">
              <a:lnSpc>
                <a:spcPct val="110000"/>
              </a:lnSpc>
              <a:spcBef>
                <a:spcPts val="0"/>
              </a:spcBef>
              <a:spcAft>
                <a:spcPts val="0"/>
              </a:spcAft>
            </a:pPr>
            <a:r>
              <a:rPr lang="nl-NL" sz="1100" b="1">
                <a:solidFill>
                  <a:srgbClr val="101D4F"/>
                </a:solidFill>
                <a:latin typeface="IBM Plex Sans"/>
              </a:rPr>
              <a:t>Tekst</a:t>
            </a:r>
          </a:p>
        </p:txBody>
      </p:sp>
      <p:sp>
        <p:nvSpPr>
          <p:cNvPr id="919" name="TextBox 918"/>
          <p:cNvSpPr txBox="1"/>
          <p:nvPr/>
        </p:nvSpPr>
        <p:spPr>
          <a:xfrm>
            <a:off x="5454007" y="4992624"/>
            <a:ext cx="1800247" cy="402336"/>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van het blok</a:t>
            </a:r>
          </a:p>
        </p:txBody>
      </p:sp>
      <p:sp>
        <p:nvSpPr>
          <p:cNvPr id="920" name="TextBox 919"/>
          <p:cNvSpPr txBox="1"/>
          <p:nvPr/>
        </p:nvSpPr>
        <p:spPr>
          <a:xfrm>
            <a:off x="7418847" y="4773168"/>
            <a:ext cx="1800247" cy="201168"/>
          </a:xfrm>
          <a:prstGeom prst="rect">
            <a:avLst/>
          </a:prstGeom>
          <a:noFill/>
        </p:spPr>
        <p:txBody>
          <a:bodyPr wrap="square" lIns="0" tIns="0" rIns="0" bIns="0">
            <a:spAutoFit/>
          </a:bodyPr>
          <a:lstStyle/>
          <a:p>
            <a:pPr algn="l">
              <a:lnSpc>
                <a:spcPct val="110000"/>
              </a:lnSpc>
              <a:spcBef>
                <a:spcPts val="0"/>
              </a:spcBef>
              <a:spcAft>
                <a:spcPts val="0"/>
              </a:spcAft>
            </a:pPr>
            <a:r>
              <a:rPr lang="nl-NL" sz="1100" b="1">
                <a:solidFill>
                  <a:srgbClr val="101D4F"/>
                </a:solidFill>
                <a:latin typeface="IBM Plex Sans"/>
              </a:rPr>
              <a:t>Tekst</a:t>
            </a:r>
          </a:p>
        </p:txBody>
      </p:sp>
      <p:sp>
        <p:nvSpPr>
          <p:cNvPr id="921" name="TextBox 920"/>
          <p:cNvSpPr txBox="1"/>
          <p:nvPr/>
        </p:nvSpPr>
        <p:spPr>
          <a:xfrm>
            <a:off x="7418847" y="4992624"/>
            <a:ext cx="1800247" cy="402336"/>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van het blok</a:t>
            </a:r>
          </a:p>
        </p:txBody>
      </p:sp>
      <p:sp>
        <p:nvSpPr>
          <p:cNvPr id="922" name="TextBox 921"/>
          <p:cNvSpPr txBox="1"/>
          <p:nvPr/>
        </p:nvSpPr>
        <p:spPr>
          <a:xfrm>
            <a:off x="9383687" y="4773168"/>
            <a:ext cx="1800247" cy="201168"/>
          </a:xfrm>
          <a:prstGeom prst="rect">
            <a:avLst/>
          </a:prstGeom>
          <a:noFill/>
        </p:spPr>
        <p:txBody>
          <a:bodyPr wrap="square" lIns="0" tIns="0" rIns="0" bIns="0">
            <a:spAutoFit/>
          </a:bodyPr>
          <a:lstStyle/>
          <a:p>
            <a:pPr algn="l">
              <a:lnSpc>
                <a:spcPct val="110000"/>
              </a:lnSpc>
              <a:spcBef>
                <a:spcPts val="0"/>
              </a:spcBef>
              <a:spcAft>
                <a:spcPts val="0"/>
              </a:spcAft>
            </a:pPr>
            <a:r>
              <a:rPr lang="nl-NL" sz="1100" b="1">
                <a:solidFill>
                  <a:srgbClr val="101D4F"/>
                </a:solidFill>
                <a:latin typeface="IBM Plex Sans"/>
              </a:rPr>
              <a:t>Tekst</a:t>
            </a:r>
          </a:p>
        </p:txBody>
      </p:sp>
      <p:sp>
        <p:nvSpPr>
          <p:cNvPr id="923" name="TextBox 922"/>
          <p:cNvSpPr txBox="1"/>
          <p:nvPr/>
        </p:nvSpPr>
        <p:spPr>
          <a:xfrm>
            <a:off x="9383687" y="4992624"/>
            <a:ext cx="1800247" cy="402336"/>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343B52"/>
                </a:solidFill>
                <a:latin typeface="IBM Plex Sans"/>
              </a:rPr>
              <a:t>korte kop van het blok</a:t>
            </a:r>
          </a:p>
        </p:txBody>
      </p:sp>
      <p:sp>
        <p:nvSpPr>
          <p:cNvPr id="924" name="Rectangle 923"/>
          <p:cNvSpPr/>
          <p:nvPr/>
        </p:nvSpPr>
        <p:spPr>
          <a:xfrm>
            <a:off x="3489167" y="5504688"/>
            <a:ext cx="7694767" cy="10972"/>
          </a:xfrm>
          <a:prstGeom prst="rect">
            <a:avLst/>
          </a:prstGeom>
          <a:solidFill>
            <a:srgbClr val="DDE0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5" name="TextBox 924"/>
          <p:cNvSpPr txBox="1"/>
          <p:nvPr/>
        </p:nvSpPr>
        <p:spPr>
          <a:xfrm>
            <a:off x="3489167" y="5614416"/>
            <a:ext cx="7694767" cy="310896"/>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6C7489"/>
                </a:solidFill>
                <a:latin typeface="IBM Plex Sans"/>
              </a:rPr>
              <a:t>Hier komt een korte toelichting op dit onderdeel. Beschrijf in een paar zinnen de kern, de onderbouwing en wat dit betekent voor de lezer. Houd de tekst bondig en concreet. Hier.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7  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8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5}" type="slidenum">
              <a:rPr lang="nl-NL" sz="675">
                <a:solidFill>
                  <a:srgbClr val="FFFFFF"/>
                </a:solidFill>
                <a:latin typeface="IBM Plex Sans"/>
              </a:rPr>
              <a:t>16</a:t>
            </a:fld>
            <a:endParaRPr lang="nl-NL" sz="675"/>
          </a:p>
        </p:txBody>
      </p:sp>
      <p:sp>
        <p:nvSpPr>
          <p:cNvPr id="901" name="TextBox 900"/>
          <p:cNvSpPr txBox="1"/>
          <p:nvPr/>
        </p:nvSpPr>
        <p:spPr>
          <a:xfrm>
            <a:off x="5372831" y="1700784"/>
            <a:ext cx="149961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Q00  sep – nov</a:t>
            </a:r>
          </a:p>
        </p:txBody>
      </p:sp>
      <p:sp>
        <p:nvSpPr>
          <p:cNvPr id="902" name="TextBox 901"/>
          <p:cNvSpPr txBox="1"/>
          <p:nvPr/>
        </p:nvSpPr>
        <p:spPr>
          <a:xfrm>
            <a:off x="6927311" y="1700784"/>
            <a:ext cx="149961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Q00  dec – feb</a:t>
            </a:r>
          </a:p>
        </p:txBody>
      </p:sp>
      <p:sp>
        <p:nvSpPr>
          <p:cNvPr id="903" name="TextBox 902"/>
          <p:cNvSpPr txBox="1"/>
          <p:nvPr/>
        </p:nvSpPr>
        <p:spPr>
          <a:xfrm>
            <a:off x="8481791" y="1700784"/>
            <a:ext cx="149961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Q00  mrt – mei</a:t>
            </a:r>
          </a:p>
        </p:txBody>
      </p:sp>
      <p:sp>
        <p:nvSpPr>
          <p:cNvPr id="904" name="TextBox 903"/>
          <p:cNvSpPr txBox="1"/>
          <p:nvPr/>
        </p:nvSpPr>
        <p:spPr>
          <a:xfrm>
            <a:off x="10036271" y="1700784"/>
            <a:ext cx="149961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1">
                <a:solidFill>
                  <a:srgbClr val="717A98"/>
                </a:solidFill>
                <a:latin typeface="IBM Plex Sans"/>
              </a:rPr>
              <a:t>Q00  jun – aug</a:t>
            </a:r>
          </a:p>
        </p:txBody>
      </p:sp>
      <p:sp>
        <p:nvSpPr>
          <p:cNvPr id="905" name="TextBox 904"/>
          <p:cNvSpPr txBox="1"/>
          <p:nvPr/>
        </p:nvSpPr>
        <p:spPr>
          <a:xfrm>
            <a:off x="3196559" y="19202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06" name="TextBox 905"/>
          <p:cNvSpPr txBox="1"/>
          <p:nvPr/>
        </p:nvSpPr>
        <p:spPr>
          <a:xfrm>
            <a:off x="3196559" y="20756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het blok</a:t>
            </a:r>
          </a:p>
        </p:txBody>
      </p:sp>
      <p:sp>
        <p:nvSpPr>
          <p:cNvPr id="907" name="Rounded Rectangle 906"/>
          <p:cNvSpPr/>
          <p:nvPr/>
        </p:nvSpPr>
        <p:spPr>
          <a:xfrm>
            <a:off x="5299679" y="19019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5381975" y="1993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09" name="Oval 908"/>
          <p:cNvSpPr/>
          <p:nvPr/>
        </p:nvSpPr>
        <p:spPr>
          <a:xfrm>
            <a:off x="6616415" y="20208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Rounded Rectangle 909"/>
          <p:cNvSpPr/>
          <p:nvPr/>
        </p:nvSpPr>
        <p:spPr>
          <a:xfrm>
            <a:off x="6854159" y="19019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1" name="TextBox 910"/>
          <p:cNvSpPr txBox="1"/>
          <p:nvPr/>
        </p:nvSpPr>
        <p:spPr>
          <a:xfrm>
            <a:off x="6936455" y="1993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blok</a:t>
            </a:r>
          </a:p>
        </p:txBody>
      </p:sp>
      <p:sp>
        <p:nvSpPr>
          <p:cNvPr id="912" name="Rounded Rectangle 911"/>
          <p:cNvSpPr/>
          <p:nvPr/>
        </p:nvSpPr>
        <p:spPr>
          <a:xfrm>
            <a:off x="8408639" y="19019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3" name="TextBox 912"/>
          <p:cNvSpPr txBox="1"/>
          <p:nvPr/>
        </p:nvSpPr>
        <p:spPr>
          <a:xfrm>
            <a:off x="8490935" y="1993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14" name="Rounded Rectangle 913"/>
          <p:cNvSpPr/>
          <p:nvPr/>
        </p:nvSpPr>
        <p:spPr>
          <a:xfrm>
            <a:off x="9963119" y="19019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10045415" y="1993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16" name="Oval 915"/>
          <p:cNvSpPr/>
          <p:nvPr/>
        </p:nvSpPr>
        <p:spPr>
          <a:xfrm>
            <a:off x="11279855" y="20208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7" name="TextBox 916"/>
          <p:cNvSpPr txBox="1"/>
          <p:nvPr/>
        </p:nvSpPr>
        <p:spPr>
          <a:xfrm>
            <a:off x="3196559" y="23774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18" name="TextBox 917"/>
          <p:cNvSpPr txBox="1"/>
          <p:nvPr/>
        </p:nvSpPr>
        <p:spPr>
          <a:xfrm>
            <a:off x="3196559" y="25328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het blok</a:t>
            </a:r>
          </a:p>
        </p:txBody>
      </p:sp>
      <p:sp>
        <p:nvSpPr>
          <p:cNvPr id="919" name="Rounded Rectangle 918"/>
          <p:cNvSpPr/>
          <p:nvPr/>
        </p:nvSpPr>
        <p:spPr>
          <a:xfrm>
            <a:off x="5299679" y="2359152"/>
            <a:ext cx="1499616" cy="347472"/>
          </a:xfrm>
          <a:prstGeom prst="roundRect">
            <a:avLst>
              <a:gd name="adj" fmla="val 14000"/>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0" name="TextBox 919"/>
          <p:cNvSpPr txBox="1"/>
          <p:nvPr/>
        </p:nvSpPr>
        <p:spPr>
          <a:xfrm>
            <a:off x="5381975" y="2450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21" name="Rounded Rectangle 920"/>
          <p:cNvSpPr/>
          <p:nvPr/>
        </p:nvSpPr>
        <p:spPr>
          <a:xfrm>
            <a:off x="6854159" y="23591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2" name="TextBox 921"/>
          <p:cNvSpPr txBox="1"/>
          <p:nvPr/>
        </p:nvSpPr>
        <p:spPr>
          <a:xfrm>
            <a:off x="6936455" y="2450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23" name="Oval 922"/>
          <p:cNvSpPr/>
          <p:nvPr/>
        </p:nvSpPr>
        <p:spPr>
          <a:xfrm>
            <a:off x="8170895" y="24780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4" name="Rounded Rectangle 923"/>
          <p:cNvSpPr/>
          <p:nvPr/>
        </p:nvSpPr>
        <p:spPr>
          <a:xfrm>
            <a:off x="8408639" y="2359152"/>
            <a:ext cx="1499616" cy="347472"/>
          </a:xfrm>
          <a:prstGeom prst="roundRect">
            <a:avLst>
              <a:gd name="adj" fmla="val 14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5" name="TextBox 924"/>
          <p:cNvSpPr txBox="1"/>
          <p:nvPr/>
        </p:nvSpPr>
        <p:spPr>
          <a:xfrm>
            <a:off x="8490935" y="2450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FFFFFF"/>
                </a:solidFill>
                <a:latin typeface="IBM Plex Sans"/>
              </a:rPr>
              <a:t>Tekst</a:t>
            </a:r>
          </a:p>
        </p:txBody>
      </p:sp>
      <p:sp>
        <p:nvSpPr>
          <p:cNvPr id="926" name="Oval 925"/>
          <p:cNvSpPr/>
          <p:nvPr/>
        </p:nvSpPr>
        <p:spPr>
          <a:xfrm>
            <a:off x="9725375" y="24780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7" name="Rounded Rectangle 926"/>
          <p:cNvSpPr/>
          <p:nvPr/>
        </p:nvSpPr>
        <p:spPr>
          <a:xfrm>
            <a:off x="9963119" y="23591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28" name="TextBox 927"/>
          <p:cNvSpPr txBox="1"/>
          <p:nvPr/>
        </p:nvSpPr>
        <p:spPr>
          <a:xfrm>
            <a:off x="10045415" y="2450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29" name="Oval 928"/>
          <p:cNvSpPr/>
          <p:nvPr/>
        </p:nvSpPr>
        <p:spPr>
          <a:xfrm>
            <a:off x="11279855" y="24780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0" name="TextBox 929"/>
          <p:cNvSpPr txBox="1"/>
          <p:nvPr/>
        </p:nvSpPr>
        <p:spPr>
          <a:xfrm>
            <a:off x="3196559" y="28346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31" name="TextBox 930"/>
          <p:cNvSpPr txBox="1"/>
          <p:nvPr/>
        </p:nvSpPr>
        <p:spPr>
          <a:xfrm>
            <a:off x="3196559" y="29900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blok</a:t>
            </a:r>
          </a:p>
        </p:txBody>
      </p:sp>
      <p:sp>
        <p:nvSpPr>
          <p:cNvPr id="932" name="Rounded Rectangle 931"/>
          <p:cNvSpPr/>
          <p:nvPr/>
        </p:nvSpPr>
        <p:spPr>
          <a:xfrm>
            <a:off x="5299679" y="2816352"/>
            <a:ext cx="1499616" cy="347472"/>
          </a:xfrm>
          <a:prstGeom prst="roundRect">
            <a:avLst>
              <a:gd name="adj" fmla="val 14000"/>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3" name="TextBox 932"/>
          <p:cNvSpPr txBox="1"/>
          <p:nvPr/>
        </p:nvSpPr>
        <p:spPr>
          <a:xfrm>
            <a:off x="5381975" y="2907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34" name="Rounded Rectangle 933"/>
          <p:cNvSpPr/>
          <p:nvPr/>
        </p:nvSpPr>
        <p:spPr>
          <a:xfrm>
            <a:off x="6854159" y="2816352"/>
            <a:ext cx="1499616" cy="347472"/>
          </a:xfrm>
          <a:prstGeom prst="roundRect">
            <a:avLst>
              <a:gd name="adj" fmla="val 14000"/>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5" name="TextBox 934"/>
          <p:cNvSpPr txBox="1"/>
          <p:nvPr/>
        </p:nvSpPr>
        <p:spPr>
          <a:xfrm>
            <a:off x="6936455" y="2907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36" name="Rounded Rectangle 935"/>
          <p:cNvSpPr/>
          <p:nvPr/>
        </p:nvSpPr>
        <p:spPr>
          <a:xfrm>
            <a:off x="8408639" y="28163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7" name="TextBox 936"/>
          <p:cNvSpPr txBox="1"/>
          <p:nvPr/>
        </p:nvSpPr>
        <p:spPr>
          <a:xfrm>
            <a:off x="8490935" y="2907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38" name="Oval 937"/>
          <p:cNvSpPr/>
          <p:nvPr/>
        </p:nvSpPr>
        <p:spPr>
          <a:xfrm>
            <a:off x="9725375" y="29352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9" name="Rounded Rectangle 938"/>
          <p:cNvSpPr/>
          <p:nvPr/>
        </p:nvSpPr>
        <p:spPr>
          <a:xfrm>
            <a:off x="9963119" y="28163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0" name="TextBox 939"/>
          <p:cNvSpPr txBox="1"/>
          <p:nvPr/>
        </p:nvSpPr>
        <p:spPr>
          <a:xfrm>
            <a:off x="10045415" y="2907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41" name="TextBox 940"/>
          <p:cNvSpPr txBox="1"/>
          <p:nvPr/>
        </p:nvSpPr>
        <p:spPr>
          <a:xfrm>
            <a:off x="3196559" y="32918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42" name="TextBox 941"/>
          <p:cNvSpPr txBox="1"/>
          <p:nvPr/>
        </p:nvSpPr>
        <p:spPr>
          <a:xfrm>
            <a:off x="3196559" y="34472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blok</a:t>
            </a:r>
          </a:p>
        </p:txBody>
      </p:sp>
      <p:sp>
        <p:nvSpPr>
          <p:cNvPr id="943" name="Rounded Rectangle 942"/>
          <p:cNvSpPr/>
          <p:nvPr/>
        </p:nvSpPr>
        <p:spPr>
          <a:xfrm>
            <a:off x="5299679" y="32735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4" name="TextBox 943"/>
          <p:cNvSpPr txBox="1"/>
          <p:nvPr/>
        </p:nvSpPr>
        <p:spPr>
          <a:xfrm>
            <a:off x="5381975" y="33649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45" name="Oval 944"/>
          <p:cNvSpPr/>
          <p:nvPr/>
        </p:nvSpPr>
        <p:spPr>
          <a:xfrm>
            <a:off x="6616415" y="33924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6" name="Rounded Rectangle 945"/>
          <p:cNvSpPr/>
          <p:nvPr/>
        </p:nvSpPr>
        <p:spPr>
          <a:xfrm>
            <a:off x="6854159" y="32735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7" name="TextBox 946"/>
          <p:cNvSpPr txBox="1"/>
          <p:nvPr/>
        </p:nvSpPr>
        <p:spPr>
          <a:xfrm>
            <a:off x="6936455" y="33649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48" name="Rounded Rectangle 947"/>
          <p:cNvSpPr/>
          <p:nvPr/>
        </p:nvSpPr>
        <p:spPr>
          <a:xfrm>
            <a:off x="8408639" y="32735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49" name="TextBox 948"/>
          <p:cNvSpPr txBox="1"/>
          <p:nvPr/>
        </p:nvSpPr>
        <p:spPr>
          <a:xfrm>
            <a:off x="8490935" y="33649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50" name="Oval 949"/>
          <p:cNvSpPr/>
          <p:nvPr/>
        </p:nvSpPr>
        <p:spPr>
          <a:xfrm>
            <a:off x="9725375" y="33924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1" name="Rounded Rectangle 950"/>
          <p:cNvSpPr/>
          <p:nvPr/>
        </p:nvSpPr>
        <p:spPr>
          <a:xfrm>
            <a:off x="9963119" y="32735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2" name="TextBox 951"/>
          <p:cNvSpPr txBox="1"/>
          <p:nvPr/>
        </p:nvSpPr>
        <p:spPr>
          <a:xfrm>
            <a:off x="10045415" y="33649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53" name="TextBox 952"/>
          <p:cNvSpPr txBox="1"/>
          <p:nvPr/>
        </p:nvSpPr>
        <p:spPr>
          <a:xfrm>
            <a:off x="3196559" y="3749039"/>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 BLOK</a:t>
            </a:r>
          </a:p>
        </p:txBody>
      </p:sp>
      <p:sp>
        <p:nvSpPr>
          <p:cNvPr id="954" name="TextBox 953"/>
          <p:cNvSpPr txBox="1"/>
          <p:nvPr/>
        </p:nvSpPr>
        <p:spPr>
          <a:xfrm>
            <a:off x="3196559" y="3904487"/>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blok</a:t>
            </a:r>
          </a:p>
        </p:txBody>
      </p:sp>
      <p:sp>
        <p:nvSpPr>
          <p:cNvPr id="955" name="Rounded Rectangle 954"/>
          <p:cNvSpPr/>
          <p:nvPr/>
        </p:nvSpPr>
        <p:spPr>
          <a:xfrm>
            <a:off x="5299679" y="3730752"/>
            <a:ext cx="1499616" cy="347472"/>
          </a:xfrm>
          <a:prstGeom prst="roundRect">
            <a:avLst>
              <a:gd name="adj" fmla="val 14000"/>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6" name="TextBox 955"/>
          <p:cNvSpPr txBox="1"/>
          <p:nvPr/>
        </p:nvSpPr>
        <p:spPr>
          <a:xfrm>
            <a:off x="5381975" y="3822191"/>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blok</a:t>
            </a:r>
          </a:p>
        </p:txBody>
      </p:sp>
      <p:sp>
        <p:nvSpPr>
          <p:cNvPr id="957" name="Rounded Rectangle 956"/>
          <p:cNvSpPr/>
          <p:nvPr/>
        </p:nvSpPr>
        <p:spPr>
          <a:xfrm>
            <a:off x="6854159" y="37307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58" name="TextBox 957"/>
          <p:cNvSpPr txBox="1"/>
          <p:nvPr/>
        </p:nvSpPr>
        <p:spPr>
          <a:xfrm>
            <a:off x="6936455" y="3822191"/>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59" name="Rounded Rectangle 958"/>
          <p:cNvSpPr/>
          <p:nvPr/>
        </p:nvSpPr>
        <p:spPr>
          <a:xfrm>
            <a:off x="8408639" y="3730752"/>
            <a:ext cx="1499616" cy="347472"/>
          </a:xfrm>
          <a:prstGeom prst="roundRect">
            <a:avLst>
              <a:gd name="adj" fmla="val 14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0" name="TextBox 959"/>
          <p:cNvSpPr txBox="1"/>
          <p:nvPr/>
        </p:nvSpPr>
        <p:spPr>
          <a:xfrm>
            <a:off x="8490935" y="3822191"/>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FFFFFF"/>
                </a:solidFill>
                <a:latin typeface="IBM Plex Sans"/>
              </a:rPr>
              <a:t>Tekst</a:t>
            </a:r>
          </a:p>
        </p:txBody>
      </p:sp>
      <p:sp>
        <p:nvSpPr>
          <p:cNvPr id="961" name="Oval 960"/>
          <p:cNvSpPr/>
          <p:nvPr/>
        </p:nvSpPr>
        <p:spPr>
          <a:xfrm>
            <a:off x="9725375" y="38496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2" name="Rounded Rectangle 961"/>
          <p:cNvSpPr/>
          <p:nvPr/>
        </p:nvSpPr>
        <p:spPr>
          <a:xfrm>
            <a:off x="9963119" y="37307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3" name="TextBox 962"/>
          <p:cNvSpPr txBox="1"/>
          <p:nvPr/>
        </p:nvSpPr>
        <p:spPr>
          <a:xfrm>
            <a:off x="10045415" y="3822191"/>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64" name="TextBox 963"/>
          <p:cNvSpPr txBox="1"/>
          <p:nvPr/>
        </p:nvSpPr>
        <p:spPr>
          <a:xfrm>
            <a:off x="3196559" y="42062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65" name="TextBox 964"/>
          <p:cNvSpPr txBox="1"/>
          <p:nvPr/>
        </p:nvSpPr>
        <p:spPr>
          <a:xfrm>
            <a:off x="3196559" y="43616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het blok</a:t>
            </a:r>
          </a:p>
        </p:txBody>
      </p:sp>
      <p:sp>
        <p:nvSpPr>
          <p:cNvPr id="966" name="Rounded Rectangle 965"/>
          <p:cNvSpPr/>
          <p:nvPr/>
        </p:nvSpPr>
        <p:spPr>
          <a:xfrm>
            <a:off x="5299679" y="41879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67" name="TextBox 966"/>
          <p:cNvSpPr txBox="1"/>
          <p:nvPr/>
        </p:nvSpPr>
        <p:spPr>
          <a:xfrm>
            <a:off x="5381975" y="4279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68" name="Oval 967"/>
          <p:cNvSpPr/>
          <p:nvPr/>
        </p:nvSpPr>
        <p:spPr>
          <a:xfrm>
            <a:off x="6616415" y="43068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9" name="Rounded Rectangle 968"/>
          <p:cNvSpPr/>
          <p:nvPr/>
        </p:nvSpPr>
        <p:spPr>
          <a:xfrm>
            <a:off x="6854159" y="4187952"/>
            <a:ext cx="1499616" cy="347472"/>
          </a:xfrm>
          <a:prstGeom prst="roundRect">
            <a:avLst>
              <a:gd name="adj" fmla="val 14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0" name="TextBox 969"/>
          <p:cNvSpPr txBox="1"/>
          <p:nvPr/>
        </p:nvSpPr>
        <p:spPr>
          <a:xfrm>
            <a:off x="6936455" y="4279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FFFFFF"/>
                </a:solidFill>
                <a:latin typeface="IBM Plex Sans"/>
              </a:rPr>
              <a:t>Kop van blok</a:t>
            </a:r>
          </a:p>
        </p:txBody>
      </p:sp>
      <p:sp>
        <p:nvSpPr>
          <p:cNvPr id="971" name="Oval 970"/>
          <p:cNvSpPr/>
          <p:nvPr/>
        </p:nvSpPr>
        <p:spPr>
          <a:xfrm>
            <a:off x="8170895" y="43068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2" name="Rounded Rectangle 971"/>
          <p:cNvSpPr/>
          <p:nvPr/>
        </p:nvSpPr>
        <p:spPr>
          <a:xfrm>
            <a:off x="8408639" y="41879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3" name="TextBox 972"/>
          <p:cNvSpPr txBox="1"/>
          <p:nvPr/>
        </p:nvSpPr>
        <p:spPr>
          <a:xfrm>
            <a:off x="8490935" y="4279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74" name="Rounded Rectangle 973"/>
          <p:cNvSpPr/>
          <p:nvPr/>
        </p:nvSpPr>
        <p:spPr>
          <a:xfrm>
            <a:off x="9963119" y="41879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5" name="TextBox 974"/>
          <p:cNvSpPr txBox="1"/>
          <p:nvPr/>
        </p:nvSpPr>
        <p:spPr>
          <a:xfrm>
            <a:off x="10045415" y="42793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76" name="TextBox 975"/>
          <p:cNvSpPr txBox="1"/>
          <p:nvPr/>
        </p:nvSpPr>
        <p:spPr>
          <a:xfrm>
            <a:off x="3196559" y="46634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a:t>
            </a:r>
          </a:p>
        </p:txBody>
      </p:sp>
      <p:sp>
        <p:nvSpPr>
          <p:cNvPr id="977" name="TextBox 976"/>
          <p:cNvSpPr txBox="1"/>
          <p:nvPr/>
        </p:nvSpPr>
        <p:spPr>
          <a:xfrm>
            <a:off x="3196559" y="48188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van blok</a:t>
            </a:r>
          </a:p>
        </p:txBody>
      </p:sp>
      <p:sp>
        <p:nvSpPr>
          <p:cNvPr id="978" name="Rounded Rectangle 977"/>
          <p:cNvSpPr/>
          <p:nvPr/>
        </p:nvSpPr>
        <p:spPr>
          <a:xfrm>
            <a:off x="5299679" y="4645152"/>
            <a:ext cx="1499616" cy="347472"/>
          </a:xfrm>
          <a:prstGeom prst="roundRect">
            <a:avLst>
              <a:gd name="adj" fmla="val 14000"/>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79" name="TextBox 978"/>
          <p:cNvSpPr txBox="1"/>
          <p:nvPr/>
        </p:nvSpPr>
        <p:spPr>
          <a:xfrm>
            <a:off x="5381975" y="4736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80" name="Rounded Rectangle 979"/>
          <p:cNvSpPr/>
          <p:nvPr/>
        </p:nvSpPr>
        <p:spPr>
          <a:xfrm>
            <a:off x="6854159" y="4645152"/>
            <a:ext cx="1499616" cy="347472"/>
          </a:xfrm>
          <a:prstGeom prst="roundRect">
            <a:avLst>
              <a:gd name="adj" fmla="val 14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1" name="TextBox 980"/>
          <p:cNvSpPr txBox="1"/>
          <p:nvPr/>
        </p:nvSpPr>
        <p:spPr>
          <a:xfrm>
            <a:off x="6936455" y="4736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FFFFFF"/>
                </a:solidFill>
                <a:latin typeface="IBM Plex Sans"/>
              </a:rPr>
              <a:t>Kop blok</a:t>
            </a:r>
          </a:p>
        </p:txBody>
      </p:sp>
      <p:sp>
        <p:nvSpPr>
          <p:cNvPr id="982" name="Oval 981"/>
          <p:cNvSpPr/>
          <p:nvPr/>
        </p:nvSpPr>
        <p:spPr>
          <a:xfrm>
            <a:off x="8170895" y="47640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3" name="Rounded Rectangle 982"/>
          <p:cNvSpPr/>
          <p:nvPr/>
        </p:nvSpPr>
        <p:spPr>
          <a:xfrm>
            <a:off x="8408639" y="46451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4" name="TextBox 983"/>
          <p:cNvSpPr txBox="1"/>
          <p:nvPr/>
        </p:nvSpPr>
        <p:spPr>
          <a:xfrm>
            <a:off x="8490935" y="4736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blok</a:t>
            </a:r>
          </a:p>
        </p:txBody>
      </p:sp>
      <p:sp>
        <p:nvSpPr>
          <p:cNvPr id="985" name="Rounded Rectangle 984"/>
          <p:cNvSpPr/>
          <p:nvPr/>
        </p:nvSpPr>
        <p:spPr>
          <a:xfrm>
            <a:off x="9963119" y="4645152"/>
            <a:ext cx="1499616" cy="347472"/>
          </a:xfrm>
          <a:prstGeom prst="roundRect">
            <a:avLst>
              <a:gd name="adj" fmla="val 14000"/>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86" name="TextBox 985"/>
          <p:cNvSpPr txBox="1"/>
          <p:nvPr/>
        </p:nvSpPr>
        <p:spPr>
          <a:xfrm>
            <a:off x="10045415" y="47365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Tekst</a:t>
            </a:r>
          </a:p>
        </p:txBody>
      </p:sp>
      <p:sp>
        <p:nvSpPr>
          <p:cNvPr id="987" name="TextBox 986"/>
          <p:cNvSpPr txBox="1"/>
          <p:nvPr/>
        </p:nvSpPr>
        <p:spPr>
          <a:xfrm>
            <a:off x="3196559" y="5120640"/>
            <a:ext cx="2048256" cy="164592"/>
          </a:xfrm>
          <a:prstGeom prst="rect">
            <a:avLst/>
          </a:prstGeom>
          <a:noFill/>
        </p:spPr>
        <p:txBody>
          <a:bodyPr wrap="square" lIns="0" tIns="0" rIns="0" bIns="0">
            <a:spAutoFit/>
          </a:bodyPr>
          <a:lstStyle/>
          <a:p>
            <a:pPr algn="l">
              <a:lnSpc>
                <a:spcPct val="100000"/>
              </a:lnSpc>
              <a:spcBef>
                <a:spcPts val="0"/>
              </a:spcBef>
              <a:spcAft>
                <a:spcPts val="0"/>
              </a:spcAft>
            </a:pPr>
            <a:r>
              <a:rPr lang="nl-NL" sz="750" b="1">
                <a:solidFill>
                  <a:srgbClr val="101D4F"/>
                </a:solidFill>
                <a:latin typeface="IBM Plex Sans"/>
              </a:rPr>
              <a:t>LABEL BLOK</a:t>
            </a:r>
          </a:p>
        </p:txBody>
      </p:sp>
      <p:sp>
        <p:nvSpPr>
          <p:cNvPr id="988" name="TextBox 987"/>
          <p:cNvSpPr txBox="1"/>
          <p:nvPr/>
        </p:nvSpPr>
        <p:spPr>
          <a:xfrm>
            <a:off x="3196559" y="5276088"/>
            <a:ext cx="2048256" cy="182880"/>
          </a:xfrm>
          <a:prstGeom prst="rect">
            <a:avLst/>
          </a:prstGeom>
          <a:noFill/>
        </p:spPr>
        <p:txBody>
          <a:bodyPr wrap="square" lIns="0" tIns="0" rIns="0" bIns="0">
            <a:spAutoFit/>
          </a:bodyPr>
          <a:lstStyle/>
          <a:p>
            <a:pPr algn="l">
              <a:lnSpc>
                <a:spcPct val="100000"/>
              </a:lnSpc>
              <a:spcBef>
                <a:spcPts val="0"/>
              </a:spcBef>
              <a:spcAft>
                <a:spcPts val="0"/>
              </a:spcAft>
            </a:pPr>
            <a:r>
              <a:rPr lang="nl-NL" sz="800" b="0">
                <a:solidFill>
                  <a:srgbClr val="6C7489"/>
                </a:solidFill>
                <a:latin typeface="IBM Plex Sans"/>
              </a:rPr>
              <a:t>Kop blok</a:t>
            </a:r>
          </a:p>
        </p:txBody>
      </p:sp>
      <p:sp>
        <p:nvSpPr>
          <p:cNvPr id="989" name="Rounded Rectangle 988"/>
          <p:cNvSpPr/>
          <p:nvPr/>
        </p:nvSpPr>
        <p:spPr>
          <a:xfrm>
            <a:off x="5299679" y="51023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0" name="TextBox 989"/>
          <p:cNvSpPr txBox="1"/>
          <p:nvPr/>
        </p:nvSpPr>
        <p:spPr>
          <a:xfrm>
            <a:off x="5381975" y="5193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van blok</a:t>
            </a:r>
          </a:p>
        </p:txBody>
      </p:sp>
      <p:sp>
        <p:nvSpPr>
          <p:cNvPr id="991" name="Rounded Rectangle 990"/>
          <p:cNvSpPr/>
          <p:nvPr/>
        </p:nvSpPr>
        <p:spPr>
          <a:xfrm>
            <a:off x="6854159" y="51023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2" name="TextBox 991"/>
          <p:cNvSpPr txBox="1"/>
          <p:nvPr/>
        </p:nvSpPr>
        <p:spPr>
          <a:xfrm>
            <a:off x="6936455" y="5193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Kop blok</a:t>
            </a:r>
          </a:p>
        </p:txBody>
      </p:sp>
      <p:sp>
        <p:nvSpPr>
          <p:cNvPr id="993" name="Oval 992"/>
          <p:cNvSpPr/>
          <p:nvPr/>
        </p:nvSpPr>
        <p:spPr>
          <a:xfrm>
            <a:off x="8170895" y="52212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4" name="Rounded Rectangle 993"/>
          <p:cNvSpPr/>
          <p:nvPr/>
        </p:nvSpPr>
        <p:spPr>
          <a:xfrm>
            <a:off x="8408639" y="51023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5" name="TextBox 994"/>
          <p:cNvSpPr txBox="1"/>
          <p:nvPr/>
        </p:nvSpPr>
        <p:spPr>
          <a:xfrm>
            <a:off x="8490935" y="5193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LABEL</a:t>
            </a:r>
          </a:p>
        </p:txBody>
      </p:sp>
      <p:sp>
        <p:nvSpPr>
          <p:cNvPr id="996" name="Oval 995"/>
          <p:cNvSpPr/>
          <p:nvPr/>
        </p:nvSpPr>
        <p:spPr>
          <a:xfrm>
            <a:off x="9725375" y="52212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7" name="Rounded Rectangle 996"/>
          <p:cNvSpPr/>
          <p:nvPr/>
        </p:nvSpPr>
        <p:spPr>
          <a:xfrm>
            <a:off x="9963119" y="5102352"/>
            <a:ext cx="1499616" cy="347472"/>
          </a:xfrm>
          <a:prstGeom prst="roundRect">
            <a:avLst>
              <a:gd name="adj" fmla="val 14000"/>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98" name="TextBox 997"/>
          <p:cNvSpPr txBox="1"/>
          <p:nvPr/>
        </p:nvSpPr>
        <p:spPr>
          <a:xfrm>
            <a:off x="10045415" y="5193792"/>
            <a:ext cx="1335024"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343B52"/>
                </a:solidFill>
                <a:latin typeface="IBM Plex Sans"/>
              </a:rPr>
              <a:t>Korte kop van het blok</a:t>
            </a:r>
          </a:p>
        </p:txBody>
      </p:sp>
      <p:sp>
        <p:nvSpPr>
          <p:cNvPr id="999" name="Oval 998"/>
          <p:cNvSpPr/>
          <p:nvPr/>
        </p:nvSpPr>
        <p:spPr>
          <a:xfrm>
            <a:off x="11279855" y="5221224"/>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0" name="Rectangle 999"/>
          <p:cNvSpPr/>
          <p:nvPr/>
        </p:nvSpPr>
        <p:spPr>
          <a:xfrm>
            <a:off x="3196559" y="5632704"/>
            <a:ext cx="146304" cy="100584"/>
          </a:xfrm>
          <a:prstGeom prst="rect">
            <a:avLst/>
          </a:prstGeom>
          <a:solidFill>
            <a:srgbClr val="D6EE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1" name="TextBox 1000"/>
          <p:cNvSpPr txBox="1"/>
          <p:nvPr/>
        </p:nvSpPr>
        <p:spPr>
          <a:xfrm>
            <a:off x="3416015" y="5586984"/>
            <a:ext cx="1463040"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6C7489"/>
                </a:solidFill>
                <a:latin typeface="IBM Plex Sans"/>
              </a:rPr>
              <a:t>Kop van blok</a:t>
            </a:r>
          </a:p>
        </p:txBody>
      </p:sp>
      <p:sp>
        <p:nvSpPr>
          <p:cNvPr id="1002" name="Rectangle 1001"/>
          <p:cNvSpPr/>
          <p:nvPr/>
        </p:nvSpPr>
        <p:spPr>
          <a:xfrm>
            <a:off x="4979639" y="5632704"/>
            <a:ext cx="146304" cy="100584"/>
          </a:xfrm>
          <a:prstGeom prst="rect">
            <a:avLst/>
          </a:prstGeom>
          <a:solidFill>
            <a:srgbClr val="7FD9C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3" name="TextBox 1002"/>
          <p:cNvSpPr txBox="1"/>
          <p:nvPr/>
        </p:nvSpPr>
        <p:spPr>
          <a:xfrm>
            <a:off x="5199095" y="5586984"/>
            <a:ext cx="1463040"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6C7489"/>
                </a:solidFill>
                <a:latin typeface="IBM Plex Sans"/>
              </a:rPr>
              <a:t>Kop van blok</a:t>
            </a:r>
          </a:p>
        </p:txBody>
      </p:sp>
      <p:sp>
        <p:nvSpPr>
          <p:cNvPr id="1004" name="Rectangle 1003"/>
          <p:cNvSpPr/>
          <p:nvPr/>
        </p:nvSpPr>
        <p:spPr>
          <a:xfrm>
            <a:off x="6762719" y="5632704"/>
            <a:ext cx="146304" cy="100584"/>
          </a:xfrm>
          <a:prstGeom prst="rect">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5" name="TextBox 1004"/>
          <p:cNvSpPr txBox="1"/>
          <p:nvPr/>
        </p:nvSpPr>
        <p:spPr>
          <a:xfrm>
            <a:off x="6982175" y="5586984"/>
            <a:ext cx="1463040"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6C7489"/>
                </a:solidFill>
                <a:latin typeface="IBM Plex Sans"/>
              </a:rPr>
              <a:t>Kop van blok</a:t>
            </a:r>
          </a:p>
        </p:txBody>
      </p:sp>
      <p:sp>
        <p:nvSpPr>
          <p:cNvPr id="1006" name="Rectangle 1005"/>
          <p:cNvSpPr/>
          <p:nvPr/>
        </p:nvSpPr>
        <p:spPr>
          <a:xfrm>
            <a:off x="8545799" y="5632704"/>
            <a:ext cx="146304" cy="100584"/>
          </a:xfrm>
          <a:prstGeom prst="rect">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07" name="TextBox 1006"/>
          <p:cNvSpPr txBox="1"/>
          <p:nvPr/>
        </p:nvSpPr>
        <p:spPr>
          <a:xfrm>
            <a:off x="8765255" y="5586984"/>
            <a:ext cx="1463040"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6C7489"/>
                </a:solidFill>
                <a:latin typeface="IBM Plex Sans"/>
              </a:rPr>
              <a:t>Kop van blok</a:t>
            </a:r>
          </a:p>
        </p:txBody>
      </p:sp>
      <p:sp>
        <p:nvSpPr>
          <p:cNvPr id="1008" name="Oval 1007"/>
          <p:cNvSpPr/>
          <p:nvPr/>
        </p:nvSpPr>
        <p:spPr>
          <a:xfrm>
            <a:off x="10347167" y="5641848"/>
            <a:ext cx="91440" cy="91440"/>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TextBox 1008"/>
          <p:cNvSpPr txBox="1"/>
          <p:nvPr/>
        </p:nvSpPr>
        <p:spPr>
          <a:xfrm>
            <a:off x="10548335" y="5586984"/>
            <a:ext cx="1463040" cy="164592"/>
          </a:xfrm>
          <a:prstGeom prst="rect">
            <a:avLst/>
          </a:prstGeom>
          <a:noFill/>
        </p:spPr>
        <p:txBody>
          <a:bodyPr wrap="square" lIns="0" tIns="0" rIns="0" bIns="0">
            <a:spAutoFit/>
          </a:bodyPr>
          <a:lstStyle/>
          <a:p>
            <a:pPr algn="l">
              <a:lnSpc>
                <a:spcPct val="100000"/>
              </a:lnSpc>
              <a:spcBef>
                <a:spcPts val="0"/>
              </a:spcBef>
              <a:spcAft>
                <a:spcPts val="0"/>
              </a:spcAft>
            </a:pPr>
            <a:r>
              <a:rPr lang="nl-NL" sz="750" b="0">
                <a:solidFill>
                  <a:srgbClr val="6C7489"/>
                </a:solidFill>
                <a:latin typeface="IBM Plex Sans"/>
              </a:rPr>
              <a:t>Kop van blok</a:t>
            </a:r>
          </a:p>
        </p:txBody>
      </p:sp>
      <p:sp>
        <p:nvSpPr>
          <p:cNvPr id="1010" name="TextBox 1009"/>
          <p:cNvSpPr txBox="1"/>
          <p:nvPr/>
        </p:nvSpPr>
        <p:spPr>
          <a:xfrm>
            <a:off x="3196559" y="5888736"/>
            <a:ext cx="8279983" cy="274320"/>
          </a:xfrm>
          <a:prstGeom prst="rect">
            <a:avLst/>
          </a:prstGeom>
          <a:noFill/>
        </p:spPr>
        <p:txBody>
          <a:bodyPr wrap="square" lIns="0" tIns="0" rIns="0" bIns="0">
            <a:spAutoFit/>
          </a:bodyPr>
          <a:lstStyle/>
          <a:p>
            <a:pPr algn="l">
              <a:lnSpc>
                <a:spcPct val="122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8  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9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6}" type="slidenum">
              <a:rPr lang="nl-NL" sz="675">
                <a:solidFill>
                  <a:srgbClr val="FFFFFF"/>
                </a:solidFill>
                <a:latin typeface="IBM Plex Sans"/>
              </a:rPr>
              <a:t>17</a:t>
            </a:fld>
            <a:endParaRPr lang="nl-NL" sz="675"/>
          </a:p>
        </p:txBody>
      </p:sp>
      <p:sp>
        <p:nvSpPr>
          <p:cNvPr id="901" name="Rounded Rectangle 900"/>
          <p:cNvSpPr/>
          <p:nvPr/>
        </p:nvSpPr>
        <p:spPr>
          <a:xfrm>
            <a:off x="3196559" y="1773936"/>
            <a:ext cx="2514600"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2011680"/>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397727" y="2157984"/>
            <a:ext cx="2112264" cy="237744"/>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04" name="TextBox 903"/>
          <p:cNvSpPr txBox="1"/>
          <p:nvPr/>
        </p:nvSpPr>
        <p:spPr>
          <a:xfrm>
            <a:off x="3397727" y="2450591"/>
            <a:ext cx="211226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 paar.</a:t>
            </a:r>
          </a:p>
        </p:txBody>
      </p:sp>
      <p:sp>
        <p:nvSpPr>
          <p:cNvPr id="905" name="Rounded Rectangle 904"/>
          <p:cNvSpPr/>
          <p:nvPr/>
        </p:nvSpPr>
        <p:spPr>
          <a:xfrm>
            <a:off x="5912327" y="1773936"/>
            <a:ext cx="2514600"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6" name="Rounded Rectangle 905"/>
          <p:cNvSpPr/>
          <p:nvPr/>
        </p:nvSpPr>
        <p:spPr>
          <a:xfrm>
            <a:off x="6131783" y="2011680"/>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TextBox 906"/>
          <p:cNvSpPr txBox="1"/>
          <p:nvPr/>
        </p:nvSpPr>
        <p:spPr>
          <a:xfrm>
            <a:off x="6113495" y="2157984"/>
            <a:ext cx="2112264" cy="237744"/>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08" name="TextBox 907"/>
          <p:cNvSpPr txBox="1"/>
          <p:nvPr/>
        </p:nvSpPr>
        <p:spPr>
          <a:xfrm>
            <a:off x="6113495" y="2450591"/>
            <a:ext cx="211226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a:t>
            </a:r>
          </a:p>
        </p:txBody>
      </p:sp>
      <p:sp>
        <p:nvSpPr>
          <p:cNvPr id="909" name="Rounded Rectangle 908"/>
          <p:cNvSpPr/>
          <p:nvPr/>
        </p:nvSpPr>
        <p:spPr>
          <a:xfrm>
            <a:off x="3196559" y="3328415"/>
            <a:ext cx="2514600"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0" name="Rounded Rectangle 909"/>
          <p:cNvSpPr/>
          <p:nvPr/>
        </p:nvSpPr>
        <p:spPr>
          <a:xfrm>
            <a:off x="3416015" y="3566159"/>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1" name="TextBox 910"/>
          <p:cNvSpPr txBox="1"/>
          <p:nvPr/>
        </p:nvSpPr>
        <p:spPr>
          <a:xfrm>
            <a:off x="3397727" y="3712463"/>
            <a:ext cx="2112264" cy="237744"/>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12" name="TextBox 911"/>
          <p:cNvSpPr txBox="1"/>
          <p:nvPr/>
        </p:nvSpPr>
        <p:spPr>
          <a:xfrm>
            <a:off x="3397727" y="4005072"/>
            <a:ext cx="2112264" cy="515721"/>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 paar.</a:t>
            </a:r>
          </a:p>
        </p:txBody>
      </p:sp>
      <p:sp>
        <p:nvSpPr>
          <p:cNvPr id="913" name="Rounded Rectangle 912"/>
          <p:cNvSpPr/>
          <p:nvPr/>
        </p:nvSpPr>
        <p:spPr>
          <a:xfrm>
            <a:off x="5912327" y="3328415"/>
            <a:ext cx="2514600" cy="1444752"/>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4" name="Rounded Rectangle 913"/>
          <p:cNvSpPr/>
          <p:nvPr/>
        </p:nvSpPr>
        <p:spPr>
          <a:xfrm>
            <a:off x="6131783" y="3566159"/>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5" name="TextBox 914"/>
          <p:cNvSpPr txBox="1"/>
          <p:nvPr/>
        </p:nvSpPr>
        <p:spPr>
          <a:xfrm>
            <a:off x="6113495" y="3712463"/>
            <a:ext cx="2112264" cy="237744"/>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16" name="TextBox 915"/>
          <p:cNvSpPr txBox="1"/>
          <p:nvPr/>
        </p:nvSpPr>
        <p:spPr>
          <a:xfrm>
            <a:off x="6113495" y="4005072"/>
            <a:ext cx="2112264" cy="681532"/>
          </a:xfrm>
          <a:prstGeom prst="rect">
            <a:avLst/>
          </a:prstGeom>
          <a:noFill/>
        </p:spPr>
        <p:txBody>
          <a:bodyPr wrap="square" lIns="0" tIns="0" rIns="0" bIns="0">
            <a:spAutoFit/>
          </a:bodyPr>
          <a:lstStyle/>
          <a:p>
            <a:pPr algn="l">
              <a:lnSpc>
                <a:spcPct val="128000"/>
              </a:lnSpc>
              <a:spcBef>
                <a:spcPts val="0"/>
              </a:spcBef>
              <a:spcAft>
                <a:spcPts val="0"/>
              </a:spcAft>
            </a:pPr>
            <a:r>
              <a:rPr lang="nl-NL" sz="850" b="0">
                <a:solidFill>
                  <a:srgbClr val="343B52"/>
                </a:solidFill>
                <a:latin typeface="IBM Plex Sans"/>
              </a:rPr>
              <a:t>Hier komt een korte toelichting op dit onderdeel. Beschrijf in een paar zinnen de kern, de.</a:t>
            </a:r>
          </a:p>
        </p:txBody>
      </p:sp>
      <p:sp>
        <p:nvSpPr>
          <p:cNvPr id="917" name="Rounded Rectangle 916"/>
          <p:cNvSpPr/>
          <p:nvPr/>
        </p:nvSpPr>
        <p:spPr>
          <a:xfrm>
            <a:off x="8664671" y="1773936"/>
            <a:ext cx="2811871" cy="305409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Rounded Rectangle 917"/>
          <p:cNvSpPr/>
          <p:nvPr/>
        </p:nvSpPr>
        <p:spPr>
          <a:xfrm>
            <a:off x="8884127" y="2011680"/>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9" name="TextBox 918"/>
          <p:cNvSpPr txBox="1"/>
          <p:nvPr/>
        </p:nvSpPr>
        <p:spPr>
          <a:xfrm>
            <a:off x="8865839" y="2157984"/>
            <a:ext cx="2409535" cy="219456"/>
          </a:xfrm>
          <a:prstGeom prst="rect">
            <a:avLst/>
          </a:prstGeom>
          <a:noFill/>
        </p:spPr>
        <p:txBody>
          <a:bodyPr wrap="square" lIns="0" tIns="0" rIns="0" bIns="0">
            <a:spAutoFit/>
          </a:bodyPr>
          <a:lstStyle/>
          <a:p>
            <a:pPr algn="l">
              <a:lnSpc>
                <a:spcPct val="112000"/>
              </a:lnSpc>
              <a:spcBef>
                <a:spcPts val="0"/>
              </a:spcBef>
              <a:spcAft>
                <a:spcPts val="0"/>
              </a:spcAft>
            </a:pPr>
            <a:r>
              <a:rPr lang="nl-NL" sz="1150" b="1">
                <a:solidFill>
                  <a:srgbClr val="101D4F"/>
                </a:solidFill>
                <a:latin typeface="IBM Plex Sans"/>
              </a:rPr>
              <a:t>Kop van blok</a:t>
            </a:r>
          </a:p>
        </p:txBody>
      </p:sp>
      <p:sp>
        <p:nvSpPr>
          <p:cNvPr id="920" name="TextBox 919"/>
          <p:cNvSpPr txBox="1"/>
          <p:nvPr/>
        </p:nvSpPr>
        <p:spPr>
          <a:xfrm>
            <a:off x="8884127" y="2542032"/>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 00</a:t>
            </a:r>
          </a:p>
        </p:txBody>
      </p:sp>
      <p:sp>
        <p:nvSpPr>
          <p:cNvPr id="921" name="TextBox 920"/>
          <p:cNvSpPr txBox="1"/>
          <p:nvPr/>
        </p:nvSpPr>
        <p:spPr>
          <a:xfrm>
            <a:off x="9707087" y="2523744"/>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van blok</a:t>
            </a:r>
          </a:p>
        </p:txBody>
      </p:sp>
      <p:sp>
        <p:nvSpPr>
          <p:cNvPr id="922" name="TextBox 921"/>
          <p:cNvSpPr txBox="1"/>
          <p:nvPr/>
        </p:nvSpPr>
        <p:spPr>
          <a:xfrm>
            <a:off x="8884127" y="2871215"/>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 00</a:t>
            </a:r>
          </a:p>
        </p:txBody>
      </p:sp>
      <p:sp>
        <p:nvSpPr>
          <p:cNvPr id="923" name="TextBox 922"/>
          <p:cNvSpPr txBox="1"/>
          <p:nvPr/>
        </p:nvSpPr>
        <p:spPr>
          <a:xfrm>
            <a:off x="9707087" y="2852927"/>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van blok</a:t>
            </a:r>
          </a:p>
        </p:txBody>
      </p:sp>
      <p:sp>
        <p:nvSpPr>
          <p:cNvPr id="924" name="TextBox 923"/>
          <p:cNvSpPr txBox="1"/>
          <p:nvPr/>
        </p:nvSpPr>
        <p:spPr>
          <a:xfrm>
            <a:off x="8884127" y="3200399"/>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1</a:t>
            </a:r>
          </a:p>
        </p:txBody>
      </p:sp>
      <p:sp>
        <p:nvSpPr>
          <p:cNvPr id="925" name="TextBox 924"/>
          <p:cNvSpPr txBox="1"/>
          <p:nvPr/>
        </p:nvSpPr>
        <p:spPr>
          <a:xfrm>
            <a:off x="9707087" y="3182111"/>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van het blok</a:t>
            </a:r>
          </a:p>
        </p:txBody>
      </p:sp>
      <p:sp>
        <p:nvSpPr>
          <p:cNvPr id="926" name="TextBox 925"/>
          <p:cNvSpPr txBox="1"/>
          <p:nvPr/>
        </p:nvSpPr>
        <p:spPr>
          <a:xfrm>
            <a:off x="8884127" y="3529583"/>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1</a:t>
            </a:r>
          </a:p>
        </p:txBody>
      </p:sp>
      <p:sp>
        <p:nvSpPr>
          <p:cNvPr id="927" name="TextBox 926"/>
          <p:cNvSpPr txBox="1"/>
          <p:nvPr/>
        </p:nvSpPr>
        <p:spPr>
          <a:xfrm>
            <a:off x="9707087" y="3511295"/>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blok</a:t>
            </a:r>
          </a:p>
        </p:txBody>
      </p:sp>
      <p:sp>
        <p:nvSpPr>
          <p:cNvPr id="928" name="TextBox 927"/>
          <p:cNvSpPr txBox="1"/>
          <p:nvPr/>
        </p:nvSpPr>
        <p:spPr>
          <a:xfrm>
            <a:off x="8884127" y="3858768"/>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00 – 00</a:t>
            </a:r>
          </a:p>
        </p:txBody>
      </p:sp>
      <p:sp>
        <p:nvSpPr>
          <p:cNvPr id="929" name="TextBox 928"/>
          <p:cNvSpPr txBox="1"/>
          <p:nvPr/>
        </p:nvSpPr>
        <p:spPr>
          <a:xfrm>
            <a:off x="9707087" y="3840480"/>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van het blok</a:t>
            </a:r>
          </a:p>
        </p:txBody>
      </p:sp>
      <p:sp>
        <p:nvSpPr>
          <p:cNvPr id="930" name="TextBox 929"/>
          <p:cNvSpPr txBox="1"/>
          <p:nvPr/>
        </p:nvSpPr>
        <p:spPr>
          <a:xfrm>
            <a:off x="8884127" y="4187952"/>
            <a:ext cx="786384" cy="182880"/>
          </a:xfrm>
          <a:prstGeom prst="rect">
            <a:avLst/>
          </a:prstGeom>
          <a:noFill/>
        </p:spPr>
        <p:txBody>
          <a:bodyPr wrap="square" lIns="0" tIns="0" rIns="0" bIns="0">
            <a:spAutoFit/>
          </a:bodyPr>
          <a:lstStyle/>
          <a:p>
            <a:pPr algn="l">
              <a:lnSpc>
                <a:spcPct val="100000"/>
              </a:lnSpc>
              <a:spcBef>
                <a:spcPts val="0"/>
              </a:spcBef>
              <a:spcAft>
                <a:spcPts val="0"/>
              </a:spcAft>
            </a:pPr>
            <a:r>
              <a:rPr lang="nl-NL" sz="1050" b="1">
                <a:solidFill>
                  <a:srgbClr val="00B49C"/>
                </a:solidFill>
                <a:latin typeface="IBM Plex Mono"/>
              </a:rPr>
              <a:t>≥ 00%</a:t>
            </a:r>
          </a:p>
        </p:txBody>
      </p:sp>
      <p:sp>
        <p:nvSpPr>
          <p:cNvPr id="931" name="TextBox 930"/>
          <p:cNvSpPr txBox="1"/>
          <p:nvPr/>
        </p:nvSpPr>
        <p:spPr>
          <a:xfrm>
            <a:off x="9707087" y="4169664"/>
            <a:ext cx="1549999" cy="182880"/>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343B52"/>
                </a:solidFill>
                <a:latin typeface="IBM Plex Sans"/>
              </a:rPr>
              <a:t>kop van het blok</a:t>
            </a:r>
          </a:p>
        </p:txBody>
      </p:sp>
      <p:sp>
        <p:nvSpPr>
          <p:cNvPr id="932" name="Rounded Rectangle 931"/>
          <p:cNvSpPr/>
          <p:nvPr/>
        </p:nvSpPr>
        <p:spPr>
          <a:xfrm>
            <a:off x="3196559" y="5010912"/>
            <a:ext cx="8279983" cy="1042415"/>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33" name="TextBox 932"/>
          <p:cNvSpPr txBox="1"/>
          <p:nvPr/>
        </p:nvSpPr>
        <p:spPr>
          <a:xfrm>
            <a:off x="3489167" y="5193792"/>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HET BLOK</a:t>
            </a:r>
          </a:p>
        </p:txBody>
      </p:sp>
      <p:sp>
        <p:nvSpPr>
          <p:cNvPr id="934" name="TextBox 933"/>
          <p:cNvSpPr txBox="1"/>
          <p:nvPr/>
        </p:nvSpPr>
        <p:spPr>
          <a:xfrm>
            <a:off x="3489167" y="5468112"/>
            <a:ext cx="7694767" cy="402336"/>
          </a:xfrm>
          <a:prstGeom prst="rect">
            <a:avLst/>
          </a:prstGeom>
          <a:noFill/>
        </p:spPr>
        <p:txBody>
          <a:bodyPr wrap="square" lIns="0" tIns="0" rIns="0" bIns="0">
            <a:spAutoFit/>
          </a:bodyPr>
          <a:lstStyle/>
          <a:p>
            <a:pPr algn="l">
              <a:lnSpc>
                <a:spcPct val="130000"/>
              </a:lnSpc>
              <a:spcBef>
                <a:spcPts val="0"/>
              </a:spcBef>
              <a:spcAft>
                <a:spcPts val="0"/>
              </a:spcAft>
            </a:pPr>
            <a:r>
              <a:rPr lang="nl-NL" sz="950" b="0">
                <a:solidFill>
                  <a:srgbClr val="C3C8D4"/>
                </a:solidFill>
                <a:latin typeface="IBM Plex Sans"/>
              </a:rPr>
              <a:t>Hier komt een korte toelichting op dit onderdeel. Beschrijf in een paar zinnen de kern, de onderbouwing en wat dit betekent voor de lezer. Houd de tekst bondig.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 9  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10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27432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7}" type="slidenum">
              <a:rPr lang="nl-NL" sz="675">
                <a:solidFill>
                  <a:srgbClr val="FFFFFF"/>
                </a:solidFill>
                <a:latin typeface="IBM Plex Sans"/>
              </a:rPr>
              <a:t>18</a:t>
            </a:fld>
            <a:endParaRPr lang="nl-NL" sz="675"/>
          </a:p>
        </p:txBody>
      </p:sp>
      <p:graphicFrame>
        <p:nvGraphicFramePr>
          <p:cNvPr id="901" name="Table 900"/>
          <p:cNvGraphicFramePr>
            <a:graphicFrameLocks noGrp="1"/>
          </p:cNvGraphicFramePr>
          <p:nvPr/>
        </p:nvGraphicFramePr>
        <p:xfrm>
          <a:off x="3196559" y="1755648"/>
          <a:ext cx="8279981" cy="1975104"/>
        </p:xfrm>
        <a:graphic>
          <a:graphicData uri="http://schemas.openxmlformats.org/drawingml/2006/table">
            <a:tbl>
              <a:tblPr>
                <a:tableStyleId>{5C22544A-7EE6-4342-B048-85BDC9FD1C3A}</a:tableStyleId>
              </a:tblPr>
              <a:tblGrid>
                <a:gridCol w="929385">
                  <a:extLst>
                    <a:ext uri="{9D8B030D-6E8A-4147-A177-3AD203B41FA5}">
                      <a16:colId xmlns:a16="http://schemas.microsoft.com/office/drawing/2014/main" val="20000"/>
                    </a:ext>
                  </a:extLst>
                </a:gridCol>
                <a:gridCol w="2534688">
                  <a:extLst>
                    <a:ext uri="{9D8B030D-6E8A-4147-A177-3AD203B41FA5}">
                      <a16:colId xmlns:a16="http://schemas.microsoft.com/office/drawing/2014/main" val="20001"/>
                    </a:ext>
                  </a:extLst>
                </a:gridCol>
                <a:gridCol w="3041626">
                  <a:extLst>
                    <a:ext uri="{9D8B030D-6E8A-4147-A177-3AD203B41FA5}">
                      <a16:colId xmlns:a16="http://schemas.microsoft.com/office/drawing/2014/main" val="20002"/>
                    </a:ext>
                  </a:extLst>
                </a:gridCol>
                <a:gridCol w="1774282">
                  <a:extLst>
                    <a:ext uri="{9D8B030D-6E8A-4147-A177-3AD203B41FA5}">
                      <a16:colId xmlns:a16="http://schemas.microsoft.com/office/drawing/2014/main" val="20003"/>
                    </a:ext>
                  </a:extLst>
                </a:gridCol>
              </a:tblGrid>
              <a:tr h="274320">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BLOK</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BLOK</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566928">
                <a:tc>
                  <a:txBody>
                    <a:bodyPr/>
                    <a:lstStyle/>
                    <a:p>
                      <a:pPr algn="l">
                        <a:lnSpc>
                          <a:spcPct val="116000"/>
                        </a:lnSpc>
                      </a:pPr>
                      <a:r>
                        <a:rPr lang="nl-NL" sz="850" b="1">
                          <a:solidFill>
                            <a:srgbClr val="00B49C"/>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 een.</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van blok</a:t>
                      </a:r>
                    </a:p>
                  </a:txBody>
                  <a:tcPr marR="73152" marT="36576" marB="36576" anchor="ctr">
                    <a:solidFill>
                      <a:srgbClr val="FFFFFF"/>
                    </a:solidFill>
                  </a:tcPr>
                </a:tc>
                <a:extLst>
                  <a:ext uri="{0D108BD9-81ED-4DB2-BD59-A6C34878D82A}">
                    <a16:rowId xmlns:a16="http://schemas.microsoft.com/office/drawing/2014/main" val="10001"/>
                  </a:ext>
                </a:extLst>
              </a:tr>
              <a:tr h="566928">
                <a:tc>
                  <a:txBody>
                    <a:bodyPr/>
                    <a:lstStyle/>
                    <a:p>
                      <a:pPr algn="l">
                        <a:lnSpc>
                          <a:spcPct val="116000"/>
                        </a:lnSpc>
                      </a:pPr>
                      <a:r>
                        <a:rPr lang="nl-NL" sz="85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 paar zinnen de.</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ECEEF2"/>
                    </a:solidFill>
                  </a:tcPr>
                </a:tc>
                <a:extLst>
                  <a:ext uri="{0D108BD9-81ED-4DB2-BD59-A6C34878D82A}">
                    <a16:rowId xmlns:a16="http://schemas.microsoft.com/office/drawing/2014/main" val="10002"/>
                  </a:ext>
                </a:extLst>
              </a:tr>
              <a:tr h="566928">
                <a:tc>
                  <a:txBody>
                    <a:bodyPr/>
                    <a:lstStyle/>
                    <a:p>
                      <a:pPr algn="l">
                        <a:lnSpc>
                          <a:spcPct val="116000"/>
                        </a:lnSpc>
                      </a:pPr>
                      <a:r>
                        <a:rPr lang="nl-NL" sz="85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 een paar zinnen.</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van het blok</a:t>
                      </a:r>
                    </a:p>
                  </a:txBody>
                  <a:tcPr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902" name="Rounded Rectangle 901"/>
          <p:cNvSpPr/>
          <p:nvPr/>
        </p:nvSpPr>
        <p:spPr>
          <a:xfrm>
            <a:off x="3196559" y="3950208"/>
            <a:ext cx="8279983" cy="1700784"/>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89167" y="4133088"/>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HET BLOK</a:t>
            </a:r>
          </a:p>
        </p:txBody>
      </p:sp>
      <p:sp>
        <p:nvSpPr>
          <p:cNvPr id="904" name="Oval 903"/>
          <p:cNvSpPr/>
          <p:nvPr/>
        </p:nvSpPr>
        <p:spPr>
          <a:xfrm>
            <a:off x="3507455" y="4476268"/>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5" name="TextBox 904"/>
          <p:cNvSpPr txBox="1"/>
          <p:nvPr/>
        </p:nvSpPr>
        <p:spPr>
          <a:xfrm>
            <a:off x="3726911" y="4425696"/>
            <a:ext cx="3472479" cy="334365"/>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Hier komt een korte toelichting op dit onderdeel. Beschrijf in een.</a:t>
            </a:r>
          </a:p>
        </p:txBody>
      </p:sp>
      <p:sp>
        <p:nvSpPr>
          <p:cNvPr id="906" name="Oval 905"/>
          <p:cNvSpPr/>
          <p:nvPr/>
        </p:nvSpPr>
        <p:spPr>
          <a:xfrm>
            <a:off x="3507455" y="4902074"/>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7" name="TextBox 906"/>
          <p:cNvSpPr txBox="1"/>
          <p:nvPr/>
        </p:nvSpPr>
        <p:spPr>
          <a:xfrm>
            <a:off x="3726911" y="4851501"/>
            <a:ext cx="3472479" cy="176326"/>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Korte kop van het blok</a:t>
            </a:r>
          </a:p>
        </p:txBody>
      </p:sp>
      <p:sp>
        <p:nvSpPr>
          <p:cNvPr id="908" name="Oval 907"/>
          <p:cNvSpPr/>
          <p:nvPr/>
        </p:nvSpPr>
        <p:spPr>
          <a:xfrm>
            <a:off x="3507455" y="5169840"/>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9" name="TextBox 908"/>
          <p:cNvSpPr txBox="1"/>
          <p:nvPr/>
        </p:nvSpPr>
        <p:spPr>
          <a:xfrm>
            <a:off x="3726911" y="5119268"/>
            <a:ext cx="3472479" cy="176326"/>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Korte kop met omschrijving van het blok</a:t>
            </a:r>
          </a:p>
        </p:txBody>
      </p:sp>
      <p:sp>
        <p:nvSpPr>
          <p:cNvPr id="910" name="Oval 909"/>
          <p:cNvSpPr/>
          <p:nvPr/>
        </p:nvSpPr>
        <p:spPr>
          <a:xfrm>
            <a:off x="7491999" y="4476268"/>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1" name="TextBox 910"/>
          <p:cNvSpPr txBox="1"/>
          <p:nvPr/>
        </p:nvSpPr>
        <p:spPr>
          <a:xfrm>
            <a:off x="7711455" y="4425696"/>
            <a:ext cx="3472479" cy="334365"/>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Hier komt een korte toelichting op dit onderdeel. Beschrijf.</a:t>
            </a:r>
          </a:p>
        </p:txBody>
      </p:sp>
      <p:sp>
        <p:nvSpPr>
          <p:cNvPr id="912" name="Oval 911"/>
          <p:cNvSpPr/>
          <p:nvPr/>
        </p:nvSpPr>
        <p:spPr>
          <a:xfrm>
            <a:off x="7491999" y="4902074"/>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3" name="TextBox 912"/>
          <p:cNvSpPr txBox="1"/>
          <p:nvPr/>
        </p:nvSpPr>
        <p:spPr>
          <a:xfrm>
            <a:off x="7711455" y="4851501"/>
            <a:ext cx="3472479" cy="176326"/>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Hier komt een korte toelichting op dit onderdeel.</a:t>
            </a:r>
          </a:p>
        </p:txBody>
      </p:sp>
      <p:sp>
        <p:nvSpPr>
          <p:cNvPr id="914" name="Oval 913"/>
          <p:cNvSpPr/>
          <p:nvPr/>
        </p:nvSpPr>
        <p:spPr>
          <a:xfrm>
            <a:off x="7491999" y="5169840"/>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5" name="TextBox 914"/>
          <p:cNvSpPr txBox="1"/>
          <p:nvPr/>
        </p:nvSpPr>
        <p:spPr>
          <a:xfrm>
            <a:off x="7711455" y="5119268"/>
            <a:ext cx="3472479" cy="334365"/>
          </a:xfrm>
          <a:prstGeom prst="rect">
            <a:avLst/>
          </a:prstGeom>
          <a:noFill/>
        </p:spPr>
        <p:txBody>
          <a:bodyPr wrap="square" lIns="0" tIns="0" rIns="0" bIns="0">
            <a:spAutoFit/>
          </a:bodyPr>
          <a:lstStyle/>
          <a:p>
            <a:pPr algn="l">
              <a:lnSpc>
                <a:spcPct val="122000"/>
              </a:lnSpc>
              <a:spcBef>
                <a:spcPts val="0"/>
              </a:spcBef>
              <a:spcAft>
                <a:spcPts val="0"/>
              </a:spcAft>
            </a:pPr>
            <a:r>
              <a:rPr lang="nl-NL" sz="850" b="0">
                <a:solidFill>
                  <a:srgbClr val="C3C8D4"/>
                </a:solidFill>
                <a:latin typeface="IBM Plex Sans"/>
              </a:rPr>
              <a:t>Hier komt een korte toelichting op dit onderdeel. Beschrijf.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FFFFFF"/>
                </a:solidFill>
                <a:latin typeface="IBM Plex Mono"/>
                <a:hlinkClick r:id="rId11" action="ppaction://hlinksldjump"/>
              </a:rPr>
              <a:t> 9  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12  </a:t>
            </a:r>
            <a:r>
              <a:rPr lang="nl-NL" sz="900" b="0" u="none" noProof="1">
                <a:solidFill>
                  <a:srgbClr val="717A98"/>
                </a:solidFill>
                <a:latin typeface="IBM Plex Sans"/>
                <a:hlinkClick r:id="rId1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5" action="ppaction://hlinksldjump"/>
              </a:rPr>
              <a:t>13  </a:t>
            </a:r>
            <a:r>
              <a:rPr lang="nl-NL" sz="900" b="0" u="none" noProof="1">
                <a:solidFill>
                  <a:srgbClr val="717A98"/>
                </a:solidFill>
                <a:latin typeface="IBM Plex Sans"/>
                <a:hlinkClick r:id="rId15"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8}" type="slidenum">
              <a:rPr lang="nl-NL" sz="675">
                <a:solidFill>
                  <a:srgbClr val="FFFFFF"/>
                </a:solidFill>
                <a:latin typeface="IBM Plex Sans"/>
              </a:rPr>
              <a:t>19</a:t>
            </a:fld>
            <a:endParaRPr lang="nl-NL" sz="675"/>
          </a:p>
        </p:txBody>
      </p:sp>
      <p:graphicFrame>
        <p:nvGraphicFramePr>
          <p:cNvPr id="901" name="Table 900"/>
          <p:cNvGraphicFramePr>
            <a:graphicFrameLocks noGrp="1"/>
          </p:cNvGraphicFramePr>
          <p:nvPr/>
        </p:nvGraphicFramePr>
        <p:xfrm>
          <a:off x="3196559" y="1755648"/>
          <a:ext cx="8279981" cy="3082132"/>
        </p:xfrm>
        <a:graphic>
          <a:graphicData uri="http://schemas.openxmlformats.org/drawingml/2006/table">
            <a:tbl>
              <a:tblPr>
                <a:tableStyleId>{5C22544A-7EE6-4342-B048-85BDC9FD1C3A}</a:tableStyleId>
              </a:tblPr>
              <a:tblGrid>
                <a:gridCol w="422448">
                  <a:extLst>
                    <a:ext uri="{9D8B030D-6E8A-4147-A177-3AD203B41FA5}">
                      <a16:colId xmlns:a16="http://schemas.microsoft.com/office/drawing/2014/main" val="20000"/>
                    </a:ext>
                  </a:extLst>
                </a:gridCol>
                <a:gridCol w="3379584">
                  <a:extLst>
                    <a:ext uri="{9D8B030D-6E8A-4147-A177-3AD203B41FA5}">
                      <a16:colId xmlns:a16="http://schemas.microsoft.com/office/drawing/2014/main" val="20001"/>
                    </a:ext>
                  </a:extLst>
                </a:gridCol>
                <a:gridCol w="4477949">
                  <a:extLst>
                    <a:ext uri="{9D8B030D-6E8A-4147-A177-3AD203B41FA5}">
                      <a16:colId xmlns:a16="http://schemas.microsoft.com/office/drawing/2014/main" val="20002"/>
                    </a:ext>
                  </a:extLst>
                </a:gridCol>
              </a:tblGrid>
              <a:tr h="274320">
                <a:tc>
                  <a:txBody>
                    <a:bodyPr/>
                    <a:lstStyle/>
                    <a:p>
                      <a:pPr algn="l">
                        <a:lnSpc>
                          <a:spcPct val="100000"/>
                        </a:lnSpc>
                      </a:pPr>
                      <a:r>
                        <a:rPr lang="nl-NL" sz="750" b="1">
                          <a:solidFill>
                            <a:srgbClr val="FFFFFF"/>
                          </a:solidFill>
                          <a:latin typeface="IBM Plex Sans"/>
                        </a:rPr>
                        <a:t>#</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 een paar.</a:t>
                      </a:r>
                    </a:p>
                  </a:txBody>
                  <a:tcPr marR="73152" marT="36576" marB="36576" anchor="ctr">
                    <a:solidFill>
                      <a:srgbClr val="FFFFFF"/>
                    </a:solidFill>
                  </a:tcPr>
                </a:tc>
                <a:extLst>
                  <a:ext uri="{0D108BD9-81ED-4DB2-BD59-A6C34878D82A}">
                    <a16:rowId xmlns:a16="http://schemas.microsoft.com/office/drawing/2014/main" val="10001"/>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 paar.</a:t>
                      </a:r>
                    </a:p>
                  </a:txBody>
                  <a:tcPr marR="73152" marT="36576" marB="36576" anchor="ctr">
                    <a:solidFill>
                      <a:srgbClr val="ECEEF2"/>
                    </a:solidFill>
                  </a:tcPr>
                </a:tc>
                <a:extLst>
                  <a:ext uri="{0D108BD9-81ED-4DB2-BD59-A6C34878D82A}">
                    <a16:rowId xmlns:a16="http://schemas.microsoft.com/office/drawing/2014/main" val="10002"/>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 een paar zinnen.</a:t>
                      </a:r>
                    </a:p>
                  </a:txBody>
                  <a:tcPr marR="73152" marT="36576" marB="36576" anchor="ctr">
                    <a:solidFill>
                      <a:srgbClr val="FFFFFF"/>
                    </a:solidFill>
                  </a:tcPr>
                </a:tc>
                <a:extLst>
                  <a:ext uri="{0D108BD9-81ED-4DB2-BD59-A6C34878D82A}">
                    <a16:rowId xmlns:a16="http://schemas.microsoft.com/office/drawing/2014/main" val="10003"/>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a:t>
                      </a:r>
                    </a:p>
                  </a:txBody>
                  <a:tcPr marR="73152" marT="36576" marB="36576" anchor="ctr">
                    <a:solidFill>
                      <a:srgbClr val="ECEEF2"/>
                    </a:solidFill>
                  </a:tcPr>
                </a:tc>
                <a:extLst>
                  <a:ext uri="{0D108BD9-81ED-4DB2-BD59-A6C34878D82A}">
                    <a16:rowId xmlns:a16="http://schemas.microsoft.com/office/drawing/2014/main" val="10004"/>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FFFFFF"/>
                    </a:solidFill>
                  </a:tcPr>
                </a:tc>
                <a:extLst>
                  <a:ext uri="{0D108BD9-81ED-4DB2-BD59-A6C34878D82A}">
                    <a16:rowId xmlns:a16="http://schemas.microsoft.com/office/drawing/2014/main" val="10005"/>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a:t>
                      </a:r>
                    </a:p>
                  </a:txBody>
                  <a:tcPr marR="73152" marT="36576" marB="36576" anchor="ctr">
                    <a:solidFill>
                      <a:srgbClr val="ECEEF2"/>
                    </a:solidFill>
                  </a:tcPr>
                </a:tc>
                <a:extLst>
                  <a:ext uri="{0D108BD9-81ED-4DB2-BD59-A6C34878D82A}">
                    <a16:rowId xmlns:a16="http://schemas.microsoft.com/office/drawing/2014/main" val="10006"/>
                  </a:ext>
                </a:extLst>
              </a:tr>
              <a:tr h="401116">
                <a:tc>
                  <a:txBody>
                    <a:bodyPr/>
                    <a:lstStyle/>
                    <a:p>
                      <a:pPr algn="l">
                        <a:lnSpc>
                          <a:spcPct val="116000"/>
                        </a:lnSpc>
                      </a:pPr>
                      <a:r>
                        <a:rPr lang="nl-NL" sz="85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 een paar.</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02" name="Rounded Rectangle 901"/>
          <p:cNvSpPr/>
          <p:nvPr/>
        </p:nvSpPr>
        <p:spPr>
          <a:xfrm>
            <a:off x="3196559" y="5057241"/>
            <a:ext cx="8279983" cy="1060704"/>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89167" y="5240121"/>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FF8AA8"/>
                </a:solidFill>
                <a:latin typeface="IBM Plex Sans"/>
              </a:rPr>
              <a:t>LABEL BLOK</a:t>
            </a:r>
          </a:p>
        </p:txBody>
      </p:sp>
      <p:sp>
        <p:nvSpPr>
          <p:cNvPr id="904" name="TextBox 903"/>
          <p:cNvSpPr txBox="1"/>
          <p:nvPr/>
        </p:nvSpPr>
        <p:spPr>
          <a:xfrm>
            <a:off x="3489167" y="5514441"/>
            <a:ext cx="7694767" cy="475488"/>
          </a:xfrm>
          <a:prstGeom prst="rect">
            <a:avLst/>
          </a:prstGeom>
          <a:noFill/>
        </p:spPr>
        <p:txBody>
          <a:bodyPr wrap="square" lIns="0" tIns="0" rIns="0" bIns="0">
            <a:spAutoFit/>
          </a:bodyPr>
          <a:lstStyle/>
          <a:p>
            <a:pPr algn="l">
              <a:lnSpc>
                <a:spcPct val="130000"/>
              </a:lnSpc>
              <a:spcBef>
                <a:spcPts val="0"/>
              </a:spcBef>
              <a:spcAft>
                <a:spcPts val="0"/>
              </a:spcAft>
            </a:pPr>
            <a:r>
              <a:rPr lang="nl-NL" sz="950" b="0">
                <a:solidFill>
                  <a:srgbClr val="C3C8D4"/>
                </a:solidFill>
                <a:latin typeface="IBM Plex Sans"/>
              </a:rPr>
              <a:t>Hier komt een korte toelichting op dit onderdeel. Beschrijf in een paar zinnen de kern, de onderbouwing en wat dit betekent voor de lezer. Houd de tekst bondig en concreet. Hier komt een korte toelichting op dit.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10  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11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19}" type="slidenum">
              <a:rPr lang="nl-NL" sz="675">
                <a:solidFill>
                  <a:srgbClr val="FFFFFF"/>
                </a:solidFill>
                <a:latin typeface="IBM Plex Sans"/>
              </a:rPr>
              <a:t>20</a:t>
            </a:fld>
            <a:endParaRPr lang="nl-NL" sz="675"/>
          </a:p>
        </p:txBody>
      </p:sp>
      <p:graphicFrame>
        <p:nvGraphicFramePr>
          <p:cNvPr id="901" name="Table 900"/>
          <p:cNvGraphicFramePr>
            <a:graphicFrameLocks noGrp="1"/>
          </p:cNvGraphicFramePr>
          <p:nvPr/>
        </p:nvGraphicFramePr>
        <p:xfrm>
          <a:off x="3196559" y="1810512"/>
          <a:ext cx="4956047" cy="3218688"/>
        </p:xfrm>
        <a:graphic>
          <a:graphicData uri="http://schemas.openxmlformats.org/drawingml/2006/table">
            <a:tbl>
              <a:tblPr>
                <a:tableStyleId>{5C22544A-7EE6-4342-B048-85BDC9FD1C3A}</a:tableStyleId>
              </a:tblPr>
              <a:tblGrid>
                <a:gridCol w="1416013">
                  <a:extLst>
                    <a:ext uri="{9D8B030D-6E8A-4147-A177-3AD203B41FA5}">
                      <a16:colId xmlns:a16="http://schemas.microsoft.com/office/drawing/2014/main" val="20000"/>
                    </a:ext>
                  </a:extLst>
                </a:gridCol>
                <a:gridCol w="3540034">
                  <a:extLst>
                    <a:ext uri="{9D8B030D-6E8A-4147-A177-3AD203B41FA5}">
                      <a16:colId xmlns:a16="http://schemas.microsoft.com/office/drawing/2014/main" val="20001"/>
                    </a:ext>
                  </a:extLst>
                </a:gridCol>
              </a:tblGrid>
              <a:tr h="274320">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420624">
                <a:tc>
                  <a:txBody>
                    <a:bodyPr/>
                    <a:lstStyle/>
                    <a:p>
                      <a:pPr algn="l">
                        <a:lnSpc>
                          <a:spcPct val="116000"/>
                        </a:lnSpc>
                      </a:pPr>
                      <a:r>
                        <a:rPr lang="nl-NL" sz="850" b="1">
                          <a:solidFill>
                            <a:srgbClr val="101D4F"/>
                          </a:solidFill>
                          <a:latin typeface="IBM Plex Sans"/>
                        </a:rPr>
                        <a:t>Kop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a:t>
                      </a:r>
                    </a:p>
                  </a:txBody>
                  <a:tcPr marR="73152" marT="36576" marB="36576" anchor="ctr">
                    <a:solidFill>
                      <a:srgbClr val="FFFFFF"/>
                    </a:solidFill>
                  </a:tcPr>
                </a:tc>
                <a:extLst>
                  <a:ext uri="{0D108BD9-81ED-4DB2-BD59-A6C34878D82A}">
                    <a16:rowId xmlns:a16="http://schemas.microsoft.com/office/drawing/2014/main" val="10001"/>
                  </a:ext>
                </a:extLst>
              </a:tr>
              <a:tr h="420624">
                <a:tc>
                  <a:txBody>
                    <a:bodyPr/>
                    <a:lstStyle/>
                    <a:p>
                      <a:pPr algn="l">
                        <a:lnSpc>
                          <a:spcPct val="116000"/>
                        </a:lnSpc>
                      </a:pPr>
                      <a:r>
                        <a:rPr lang="nl-NL" sz="8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 in een paar.</a:t>
                      </a:r>
                    </a:p>
                  </a:txBody>
                  <a:tcPr marR="73152" marT="36576" marB="36576" anchor="ctr">
                    <a:solidFill>
                      <a:srgbClr val="ECEEF2"/>
                    </a:solidFill>
                  </a:tcPr>
                </a:tc>
                <a:extLst>
                  <a:ext uri="{0D108BD9-81ED-4DB2-BD59-A6C34878D82A}">
                    <a16:rowId xmlns:a16="http://schemas.microsoft.com/office/drawing/2014/main" val="10002"/>
                  </a:ext>
                </a:extLst>
              </a:tr>
              <a:tr h="420624">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 in.</a:t>
                      </a:r>
                    </a:p>
                  </a:txBody>
                  <a:tcPr marR="73152" marT="36576" marB="36576" anchor="ctr">
                    <a:solidFill>
                      <a:srgbClr val="FFFFFF"/>
                    </a:solidFill>
                  </a:tcPr>
                </a:tc>
                <a:extLst>
                  <a:ext uri="{0D108BD9-81ED-4DB2-BD59-A6C34878D82A}">
                    <a16:rowId xmlns:a16="http://schemas.microsoft.com/office/drawing/2014/main" val="10003"/>
                  </a:ext>
                </a:extLst>
              </a:tr>
              <a:tr h="420624">
                <a:tc>
                  <a:txBody>
                    <a:bodyPr/>
                    <a:lstStyle/>
                    <a:p>
                      <a:pPr algn="l">
                        <a:lnSpc>
                          <a:spcPct val="116000"/>
                        </a:lnSpc>
                      </a:pPr>
                      <a:r>
                        <a:rPr lang="nl-NL" sz="8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ECEEF2"/>
                    </a:solidFill>
                  </a:tcPr>
                </a:tc>
                <a:extLst>
                  <a:ext uri="{0D108BD9-81ED-4DB2-BD59-A6C34878D82A}">
                    <a16:rowId xmlns:a16="http://schemas.microsoft.com/office/drawing/2014/main" val="10004"/>
                  </a:ext>
                </a:extLst>
              </a:tr>
              <a:tr h="420624">
                <a:tc>
                  <a:txBody>
                    <a:bodyPr/>
                    <a:lstStyle/>
                    <a:p>
                      <a:pPr algn="l">
                        <a:lnSpc>
                          <a:spcPct val="116000"/>
                        </a:lnSpc>
                      </a:pPr>
                      <a:r>
                        <a:rPr lang="nl-NL" sz="850" b="1">
                          <a:solidFill>
                            <a:srgbClr val="101D4F"/>
                          </a:solidFill>
                          <a:latin typeface="IBM Plex Sans"/>
                        </a:rPr>
                        <a:t>Kop van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FFFFFF"/>
                    </a:solidFill>
                  </a:tcPr>
                </a:tc>
                <a:extLst>
                  <a:ext uri="{0D108BD9-81ED-4DB2-BD59-A6C34878D82A}">
                    <a16:rowId xmlns:a16="http://schemas.microsoft.com/office/drawing/2014/main" val="10005"/>
                  </a:ext>
                </a:extLst>
              </a:tr>
              <a:tr h="420624">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ECEEF2"/>
                    </a:solidFill>
                  </a:tcPr>
                </a:tc>
                <a:extLst>
                  <a:ext uri="{0D108BD9-81ED-4DB2-BD59-A6C34878D82A}">
                    <a16:rowId xmlns:a16="http://schemas.microsoft.com/office/drawing/2014/main" val="10006"/>
                  </a:ext>
                </a:extLst>
              </a:tr>
              <a:tr h="420624">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02" name="Rounded Rectangle 901"/>
          <p:cNvSpPr/>
          <p:nvPr/>
        </p:nvSpPr>
        <p:spPr>
          <a:xfrm>
            <a:off x="8408639" y="1810512"/>
            <a:ext cx="3067903" cy="3236976"/>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Rounded Rectangle 902"/>
          <p:cNvSpPr/>
          <p:nvPr/>
        </p:nvSpPr>
        <p:spPr>
          <a:xfrm>
            <a:off x="8628095" y="2048256"/>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4" name="TextBox 903"/>
          <p:cNvSpPr txBox="1"/>
          <p:nvPr/>
        </p:nvSpPr>
        <p:spPr>
          <a:xfrm>
            <a:off x="8628095" y="2212848"/>
            <a:ext cx="2628991" cy="219456"/>
          </a:xfrm>
          <a:prstGeom prst="rect">
            <a:avLst/>
          </a:prstGeom>
          <a:noFill/>
        </p:spPr>
        <p:txBody>
          <a:bodyPr wrap="square" lIns="0" tIns="0" rIns="0" bIns="0">
            <a:spAutoFit/>
          </a:bodyPr>
          <a:lstStyle/>
          <a:p>
            <a:pPr algn="l">
              <a:lnSpc>
                <a:spcPct val="112000"/>
              </a:lnSpc>
              <a:spcBef>
                <a:spcPts val="0"/>
              </a:spcBef>
              <a:spcAft>
                <a:spcPts val="0"/>
              </a:spcAft>
            </a:pPr>
            <a:r>
              <a:rPr lang="nl-NL" sz="1200" b="1">
                <a:solidFill>
                  <a:srgbClr val="101D4F"/>
                </a:solidFill>
                <a:latin typeface="IBM Plex Sans"/>
              </a:rPr>
              <a:t>Kop van blok</a:t>
            </a:r>
          </a:p>
        </p:txBody>
      </p:sp>
      <p:sp>
        <p:nvSpPr>
          <p:cNvPr id="905" name="Oval 904"/>
          <p:cNvSpPr/>
          <p:nvPr/>
        </p:nvSpPr>
        <p:spPr>
          <a:xfrm>
            <a:off x="8646383" y="2595920"/>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6" name="TextBox 905"/>
          <p:cNvSpPr txBox="1"/>
          <p:nvPr/>
        </p:nvSpPr>
        <p:spPr>
          <a:xfrm>
            <a:off x="8865839" y="2542032"/>
            <a:ext cx="2391247"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a:t>
            </a:r>
          </a:p>
        </p:txBody>
      </p:sp>
      <p:sp>
        <p:nvSpPr>
          <p:cNvPr id="907" name="Oval 906"/>
          <p:cNvSpPr/>
          <p:nvPr/>
        </p:nvSpPr>
        <p:spPr>
          <a:xfrm>
            <a:off x="8646383" y="2864906"/>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8" name="TextBox 907"/>
          <p:cNvSpPr txBox="1"/>
          <p:nvPr/>
        </p:nvSpPr>
        <p:spPr>
          <a:xfrm>
            <a:off x="8865839" y="2811018"/>
            <a:ext cx="2391247"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Hier komt een korte toelichting op dit onderdeel. Beschrijf.</a:t>
            </a:r>
          </a:p>
        </p:txBody>
      </p:sp>
      <p:sp>
        <p:nvSpPr>
          <p:cNvPr id="909" name="Oval 908"/>
          <p:cNvSpPr/>
          <p:nvPr/>
        </p:nvSpPr>
        <p:spPr>
          <a:xfrm>
            <a:off x="8646383" y="3302294"/>
            <a:ext cx="82296" cy="82296"/>
          </a:xfrm>
          <a:prstGeom prst="ellipse">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0" name="TextBox 909"/>
          <p:cNvSpPr txBox="1"/>
          <p:nvPr/>
        </p:nvSpPr>
        <p:spPr>
          <a:xfrm>
            <a:off x="8865839" y="3248406"/>
            <a:ext cx="2391247" cy="355092"/>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met omschrijving van het blok</a:t>
            </a:r>
          </a:p>
        </p:txBody>
      </p:sp>
      <p:sp>
        <p:nvSpPr>
          <p:cNvPr id="911" name="Rectangle 910"/>
          <p:cNvSpPr/>
          <p:nvPr/>
        </p:nvSpPr>
        <p:spPr>
          <a:xfrm>
            <a:off x="8628095" y="3602736"/>
            <a:ext cx="2628991" cy="10972"/>
          </a:xfrm>
          <a:prstGeom prst="rect">
            <a:avLst/>
          </a:prstGeom>
          <a:solidFill>
            <a:srgbClr val="DDE0E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TextBox 911"/>
          <p:cNvSpPr txBox="1"/>
          <p:nvPr/>
        </p:nvSpPr>
        <p:spPr>
          <a:xfrm>
            <a:off x="8628095" y="3785615"/>
            <a:ext cx="2628991" cy="219456"/>
          </a:xfrm>
          <a:prstGeom prst="rect">
            <a:avLst/>
          </a:prstGeom>
          <a:noFill/>
        </p:spPr>
        <p:txBody>
          <a:bodyPr wrap="square" lIns="0" tIns="0" rIns="0" bIns="0">
            <a:spAutoFit/>
          </a:bodyPr>
          <a:lstStyle/>
          <a:p>
            <a:pPr algn="l">
              <a:lnSpc>
                <a:spcPct val="112000"/>
              </a:lnSpc>
              <a:spcBef>
                <a:spcPts val="0"/>
              </a:spcBef>
              <a:spcAft>
                <a:spcPts val="0"/>
              </a:spcAft>
            </a:pPr>
            <a:r>
              <a:rPr lang="nl-NL" sz="1200" b="1">
                <a:solidFill>
                  <a:srgbClr val="101D4F"/>
                </a:solidFill>
                <a:latin typeface="IBM Plex Sans"/>
              </a:rPr>
              <a:t>Kop van het blok</a:t>
            </a:r>
          </a:p>
        </p:txBody>
      </p:sp>
      <p:sp>
        <p:nvSpPr>
          <p:cNvPr id="913" name="Oval 912"/>
          <p:cNvSpPr/>
          <p:nvPr/>
        </p:nvSpPr>
        <p:spPr>
          <a:xfrm>
            <a:off x="8646383" y="4168688"/>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4" name="TextBox 913"/>
          <p:cNvSpPr txBox="1"/>
          <p:nvPr/>
        </p:nvSpPr>
        <p:spPr>
          <a:xfrm>
            <a:off x="8865839" y="4114800"/>
            <a:ext cx="2391247"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 hier</a:t>
            </a:r>
          </a:p>
        </p:txBody>
      </p:sp>
      <p:sp>
        <p:nvSpPr>
          <p:cNvPr id="915" name="Oval 914"/>
          <p:cNvSpPr/>
          <p:nvPr/>
        </p:nvSpPr>
        <p:spPr>
          <a:xfrm>
            <a:off x="8646383" y="4437674"/>
            <a:ext cx="82296" cy="82296"/>
          </a:xfrm>
          <a:prstGeom prst="ellipse">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6" name="TextBox 915"/>
          <p:cNvSpPr txBox="1"/>
          <p:nvPr/>
        </p:nvSpPr>
        <p:spPr>
          <a:xfrm>
            <a:off x="8865839" y="4383786"/>
            <a:ext cx="2391247" cy="186690"/>
          </a:xfrm>
          <a:prstGeom prst="rect">
            <a:avLst/>
          </a:prstGeom>
          <a:noFill/>
        </p:spPr>
        <p:txBody>
          <a:bodyPr wrap="square" lIns="0" tIns="0" rIns="0" bIns="0">
            <a:spAutoFit/>
          </a:bodyPr>
          <a:lstStyle/>
          <a:p>
            <a:pPr algn="l">
              <a:lnSpc>
                <a:spcPct val="130000"/>
              </a:lnSpc>
              <a:spcBef>
                <a:spcPts val="0"/>
              </a:spcBef>
              <a:spcAft>
                <a:spcPts val="0"/>
              </a:spcAft>
            </a:pPr>
            <a:r>
              <a:rPr lang="nl-NL" sz="850" b="0">
                <a:solidFill>
                  <a:srgbClr val="343B52"/>
                </a:solidFill>
                <a:latin typeface="IBM Plex Sans"/>
              </a:rPr>
              <a:t>Korte kop van het blok hier</a:t>
            </a:r>
          </a:p>
        </p:txBody>
      </p:sp>
      <p:sp>
        <p:nvSpPr>
          <p:cNvPr id="917" name="Rounded Rectangle 916"/>
          <p:cNvSpPr/>
          <p:nvPr/>
        </p:nvSpPr>
        <p:spPr>
          <a:xfrm>
            <a:off x="3196559" y="5358384"/>
            <a:ext cx="8279983" cy="786384"/>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8" name="TextBox 917"/>
          <p:cNvSpPr txBox="1"/>
          <p:nvPr/>
        </p:nvSpPr>
        <p:spPr>
          <a:xfrm>
            <a:off x="3489167" y="5559552"/>
            <a:ext cx="7694767" cy="420624"/>
          </a:xfrm>
          <a:prstGeom prst="rect">
            <a:avLst/>
          </a:prstGeom>
          <a:noFill/>
        </p:spPr>
        <p:txBody>
          <a:bodyPr wrap="square" lIns="0" tIns="0" rIns="0" bIns="0">
            <a:spAutoFit/>
          </a:bodyPr>
          <a:lstStyle/>
          <a:p>
            <a:pPr algn="l">
              <a:lnSpc>
                <a:spcPct val="128000"/>
              </a:lnSpc>
              <a:spcBef>
                <a:spcPts val="0"/>
              </a:spcBef>
              <a:spcAft>
                <a:spcPts val="0"/>
              </a:spcAft>
            </a:pPr>
            <a:r>
              <a:rPr lang="nl-NL" sz="950" b="1">
                <a:solidFill>
                  <a:srgbClr val="FFFFFF"/>
                </a:solidFill>
                <a:latin typeface="IBM Plex Sans"/>
              </a:rPr>
              <a:t>Hier komt een korte toelichting op dit onderdeel. Beschrijf in een paar zinnen de kern, de onderbouwing en wat dit betekent voor de lezer. Houd de tekst bondig en concreet. Hier komt een.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met de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11  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12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0}" type="slidenum">
              <a:rPr lang="nl-NL" sz="675">
                <a:solidFill>
                  <a:srgbClr val="FFFFFF"/>
                </a:solidFill>
                <a:latin typeface="IBM Plex Sans"/>
              </a:rPr>
              <a:t>21</a:t>
            </a:fld>
            <a:endParaRPr lang="nl-NL" sz="675"/>
          </a:p>
        </p:txBody>
      </p:sp>
      <p:sp>
        <p:nvSpPr>
          <p:cNvPr id="901" name="Rounded Rectangle 900"/>
          <p:cNvSpPr/>
          <p:nvPr/>
        </p:nvSpPr>
        <p:spPr>
          <a:xfrm>
            <a:off x="3196559" y="1645920"/>
            <a:ext cx="8279983" cy="859536"/>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TextBox 901"/>
          <p:cNvSpPr txBox="1"/>
          <p:nvPr/>
        </p:nvSpPr>
        <p:spPr>
          <a:xfrm>
            <a:off x="3489167" y="1810512"/>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a:t>
            </a:r>
          </a:p>
        </p:txBody>
      </p:sp>
      <p:sp>
        <p:nvSpPr>
          <p:cNvPr id="903" name="TextBox 902"/>
          <p:cNvSpPr txBox="1"/>
          <p:nvPr/>
        </p:nvSpPr>
        <p:spPr>
          <a:xfrm>
            <a:off x="3489167" y="2048256"/>
            <a:ext cx="7694767" cy="402336"/>
          </a:xfrm>
          <a:prstGeom prst="rect">
            <a:avLst/>
          </a:prstGeom>
          <a:noFill/>
        </p:spPr>
        <p:txBody>
          <a:bodyPr wrap="square" lIns="0" tIns="0" rIns="0" bIns="0">
            <a:spAutoFit/>
          </a:bodyPr>
          <a:lstStyle/>
          <a:p>
            <a:pPr algn="l">
              <a:lnSpc>
                <a:spcPct val="120000"/>
              </a:lnSpc>
              <a:spcBef>
                <a:spcPts val="0"/>
              </a:spcBef>
              <a:spcAft>
                <a:spcPts val="0"/>
              </a:spcAft>
            </a:pPr>
            <a:r>
              <a:rPr lang="nl-NL" sz="1100" b="1">
                <a:solidFill>
                  <a:srgbClr val="FFFFFF"/>
                </a:solidFill>
                <a:latin typeface="IBM Plex Sans"/>
              </a:rPr>
              <a:t>Hier komt een korte toelichting op dit onderdeel. Beschrijf in een paar zinnen de kern, de onderbouwing en wat dit betekent voor de lezer. Houd.</a:t>
            </a:r>
          </a:p>
        </p:txBody>
      </p:sp>
      <p:graphicFrame>
        <p:nvGraphicFramePr>
          <p:cNvPr id="904" name="Table 903"/>
          <p:cNvGraphicFramePr>
            <a:graphicFrameLocks noGrp="1"/>
          </p:cNvGraphicFramePr>
          <p:nvPr/>
        </p:nvGraphicFramePr>
        <p:xfrm>
          <a:off x="3196559" y="2706624"/>
          <a:ext cx="8279981" cy="2642616"/>
        </p:xfrm>
        <a:graphic>
          <a:graphicData uri="http://schemas.openxmlformats.org/drawingml/2006/table">
            <a:tbl>
              <a:tblPr>
                <a:tableStyleId>{5C22544A-7EE6-4342-B048-85BDC9FD1C3A}</a:tableStyleId>
              </a:tblPr>
              <a:tblGrid>
                <a:gridCol w="1098365">
                  <a:extLst>
                    <a:ext uri="{9D8B030D-6E8A-4147-A177-3AD203B41FA5}">
                      <a16:colId xmlns:a16="http://schemas.microsoft.com/office/drawing/2014/main" val="20000"/>
                    </a:ext>
                  </a:extLst>
                </a:gridCol>
                <a:gridCol w="4393460">
                  <a:extLst>
                    <a:ext uri="{9D8B030D-6E8A-4147-A177-3AD203B41FA5}">
                      <a16:colId xmlns:a16="http://schemas.microsoft.com/office/drawing/2014/main" val="20001"/>
                    </a:ext>
                  </a:extLst>
                </a:gridCol>
                <a:gridCol w="1182854">
                  <a:extLst>
                    <a:ext uri="{9D8B030D-6E8A-4147-A177-3AD203B41FA5}">
                      <a16:colId xmlns:a16="http://schemas.microsoft.com/office/drawing/2014/main" val="20002"/>
                    </a:ext>
                  </a:extLst>
                </a:gridCol>
                <a:gridCol w="1605302">
                  <a:extLst>
                    <a:ext uri="{9D8B030D-6E8A-4147-A177-3AD203B41FA5}">
                      <a16:colId xmlns:a16="http://schemas.microsoft.com/office/drawing/2014/main" val="20003"/>
                    </a:ext>
                  </a:extLst>
                </a:gridCol>
              </a:tblGrid>
              <a:tr h="274320">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VAN BLOK</a:t>
                      </a:r>
                    </a:p>
                  </a:txBody>
                  <a:tcPr marR="73152" anchor="ctr">
                    <a:solidFill>
                      <a:srgbClr val="101D4F"/>
                    </a:solidFill>
                  </a:tcPr>
                </a:tc>
                <a:extLst>
                  <a:ext uri="{0D108BD9-81ED-4DB2-BD59-A6C34878D82A}">
                    <a16:rowId xmlns:a16="http://schemas.microsoft.com/office/drawing/2014/main" val="10000"/>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850" b="1">
                          <a:solidFill>
                            <a:srgbClr val="00B49C"/>
                          </a:solidFill>
                          <a:latin typeface="IBM Plex Sans"/>
                        </a:rPr>
                        <a:t>00%</a:t>
                      </a:r>
                    </a:p>
                  </a:txBody>
                  <a:tcPr marR="73152" marT="36576" marB="36576" anchor="ctr">
                    <a:solidFill>
                      <a:srgbClr val="FFFFFF"/>
                    </a:solidFill>
                  </a:tcPr>
                </a:tc>
                <a:extLst>
                  <a:ext uri="{0D108BD9-81ED-4DB2-BD59-A6C34878D82A}">
                    <a16:rowId xmlns:a16="http://schemas.microsoft.com/office/drawing/2014/main" val="10001"/>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00%</a:t>
                      </a:r>
                    </a:p>
                  </a:txBody>
                  <a:tcPr marR="73152" marT="36576" marB="36576" anchor="ctr">
                    <a:solidFill>
                      <a:srgbClr val="ECEEF2"/>
                    </a:solidFill>
                  </a:tcPr>
                </a:tc>
                <a:extLst>
                  <a:ext uri="{0D108BD9-81ED-4DB2-BD59-A6C34878D82A}">
                    <a16:rowId xmlns:a16="http://schemas.microsoft.com/office/drawing/2014/main" val="10002"/>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850" b="1">
                          <a:solidFill>
                            <a:srgbClr val="00B49C"/>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3"/>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Korte kop van het blok hier</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4"/>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50" b="1">
                          <a:solidFill>
                            <a:srgbClr val="00B49C"/>
                          </a:solidFill>
                          <a:latin typeface="IBM Plex Sans"/>
                        </a:rPr>
                        <a:t>≥ 00 uur</a:t>
                      </a:r>
                    </a:p>
                  </a:txBody>
                  <a:tcPr marR="73152" marT="36576" marB="36576" anchor="ctr">
                    <a:solidFill>
                      <a:srgbClr val="FFFFFF"/>
                    </a:solidFill>
                  </a:tcPr>
                </a:tc>
                <a:extLst>
                  <a:ext uri="{0D108BD9-81ED-4DB2-BD59-A6C34878D82A}">
                    <a16:rowId xmlns:a16="http://schemas.microsoft.com/office/drawing/2014/main" val="10005"/>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50" b="1">
                          <a:solidFill>
                            <a:srgbClr val="00B49C"/>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6"/>
                  </a:ext>
                </a:extLst>
              </a:tr>
              <a:tr h="338328">
                <a:tc>
                  <a:txBody>
                    <a:bodyPr/>
                    <a:lstStyle/>
                    <a:p>
                      <a:pPr algn="l">
                        <a:lnSpc>
                          <a:spcPct val="116000"/>
                        </a:lnSpc>
                      </a:pPr>
                      <a:r>
                        <a:rPr lang="nl-NL" sz="8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850" b="1">
                          <a:solidFill>
                            <a:srgbClr val="00B49C"/>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05" name="TextBox 904"/>
          <p:cNvSpPr txBox="1"/>
          <p:nvPr/>
        </p:nvSpPr>
        <p:spPr>
          <a:xfrm>
            <a:off x="3196559" y="5513831"/>
            <a:ext cx="8279983" cy="365760"/>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 de tekst bondig en concreet. Hier komt een korte toelichting.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3" name="Text Placeholder 2"/>
          <p:cNvSpPr>
            <a:spLocks noGrp="1"/>
          </p:cNvSpPr>
          <p:nvPr>
            <p:ph type="body" sz="quarter" idx="23"/>
          </p:nvPr>
        </p:nvSpPr>
        <p:spPr/>
        <p:txBody>
          <a:bodyPr wrap="square"/>
          <a:lstStyle/>
          <a:p>
            <a:pPr algn="l">
              <a:lnSpc>
                <a:spcPct val="100000"/>
              </a:lnSpc>
              <a:spcBef>
                <a:spcPts val="0"/>
              </a:spcBef>
              <a:spcAft>
                <a:spcPts val="650"/>
              </a:spcAft>
            </a:pPr>
            <a:r>
              <a:rPr lang="nl-NL" sz="900" b="1" u="none" noProof="1">
                <a:solidFill>
                  <a:srgbClr val="717A98"/>
                </a:solidFill>
                <a:latin typeface="IBM Plex Mono"/>
                <a:hlinkClick r:id="rId3" action="ppaction://hlinksldjump"/>
              </a:rPr>
              <a:t> 1  </a:t>
            </a:r>
            <a:r>
              <a:rPr lang="nl-NL" sz="900" b="0" u="none" noProof="1">
                <a:solidFill>
                  <a:srgbClr val="717A98"/>
                </a:solidFill>
                <a:latin typeface="IBM Plex Sans"/>
                <a:hlinkClick r:id="rId3"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4" action="ppaction://hlinksldjump"/>
              </a:rPr>
              <a:t> 2  </a:t>
            </a:r>
            <a:r>
              <a:rPr lang="nl-NL" sz="900" b="0" u="none" noProof="1">
                <a:solidFill>
                  <a:srgbClr val="717A98"/>
                </a:solidFill>
                <a:latin typeface="IBM Plex Sans"/>
                <a:hlinkClick r:id="rId4"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5" action="ppaction://hlinksldjump"/>
              </a:rPr>
              <a:t> 3  </a:t>
            </a:r>
            <a:r>
              <a:rPr lang="nl-NL" sz="900" b="0" u="none" noProof="1">
                <a:solidFill>
                  <a:srgbClr val="717A98"/>
                </a:solidFill>
                <a:latin typeface="IBM Plex Sans"/>
                <a:hlinkClick r:id="rId5"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6" action="ppaction://hlinksldjump"/>
              </a:rPr>
              <a:t> 4  </a:t>
            </a:r>
            <a:r>
              <a:rPr lang="nl-NL" sz="900" b="0" u="none" noProof="1">
                <a:solidFill>
                  <a:srgbClr val="717A98"/>
                </a:solidFill>
                <a:latin typeface="IBM Plex Sans"/>
                <a:hlinkClick r:id="rId6"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7" action="ppaction://hlinksldjump"/>
              </a:rPr>
              <a:t> 5  </a:t>
            </a:r>
            <a:r>
              <a:rPr lang="nl-NL" sz="900" b="0" u="none" noProof="1">
                <a:solidFill>
                  <a:srgbClr val="717A98"/>
                </a:solidFill>
                <a:latin typeface="IBM Plex Sans"/>
                <a:hlinkClick r:id="rId7"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8" action="ppaction://hlinksldjump"/>
              </a:rPr>
              <a:t> 6  </a:t>
            </a:r>
            <a:r>
              <a:rPr lang="nl-NL" sz="900" b="0" u="none" noProof="1">
                <a:solidFill>
                  <a:srgbClr val="717A98"/>
                </a:solidFill>
                <a:latin typeface="IBM Plex Sans"/>
                <a:hlinkClick r:id="rId8"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9" action="ppaction://hlinksldjump"/>
              </a:rPr>
              <a:t> 7  </a:t>
            </a:r>
            <a:r>
              <a:rPr lang="nl-NL" sz="900" b="0" u="none" noProof="1">
                <a:solidFill>
                  <a:srgbClr val="717A98"/>
                </a:solidFill>
                <a:latin typeface="IBM Plex Sans"/>
                <a:hlinkClick r:id="rId9"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0" action="ppaction://hlinksldjump"/>
              </a:rPr>
              <a:t> 8  </a:t>
            </a:r>
            <a:r>
              <a:rPr lang="nl-NL" sz="900" b="0" u="none" noProof="1">
                <a:solidFill>
                  <a:srgbClr val="717A98"/>
                </a:solidFill>
                <a:latin typeface="IBM Plex Sans"/>
                <a:hlinkClick r:id="rId10"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1" action="ppaction://hlinksldjump"/>
              </a:rPr>
              <a:t> 9  </a:t>
            </a:r>
            <a:r>
              <a:rPr lang="nl-NL" sz="900" b="0" u="none" noProof="1">
                <a:solidFill>
                  <a:srgbClr val="717A98"/>
                </a:solidFill>
                <a:latin typeface="IBM Plex Sans"/>
                <a:hlinkClick r:id="rId11"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2" action="ppaction://hlinksldjump"/>
              </a:rPr>
              <a:t>10  </a:t>
            </a:r>
            <a:r>
              <a:rPr lang="nl-NL" sz="900" b="0" u="none" noProof="1">
                <a:solidFill>
                  <a:srgbClr val="717A98"/>
                </a:solidFill>
                <a:latin typeface="IBM Plex Sans"/>
                <a:hlinkClick r:id="rId12" action="ppaction://hlinksldjump"/>
              </a:rPr>
              <a:t>Hoofdstuk</a:t>
            </a:r>
          </a:p>
          <a:p>
            <a:pPr algn="l">
              <a:lnSpc>
                <a:spcPct val="100000"/>
              </a:lnSpc>
              <a:spcBef>
                <a:spcPts val="0"/>
              </a:spcBef>
              <a:spcAft>
                <a:spcPts val="650"/>
              </a:spcAft>
            </a:pPr>
            <a:r>
              <a:rPr lang="nl-NL" sz="900" b="1" u="none" noProof="1">
                <a:solidFill>
                  <a:srgbClr val="717A98"/>
                </a:solidFill>
                <a:latin typeface="IBM Plex Mono"/>
                <a:hlinkClick r:id="rId13" action="ppaction://hlinksldjump"/>
              </a:rPr>
              <a:t>11  </a:t>
            </a:r>
            <a:r>
              <a:rPr lang="nl-NL" sz="900" b="0" u="none" noProof="1">
                <a:solidFill>
                  <a:srgbClr val="717A98"/>
                </a:solidFill>
                <a:latin typeface="IBM Plex Sans"/>
                <a:hlinkClick r:id="rId13" action="ppaction://hlinksldjump"/>
              </a:rPr>
              <a:t>Hoofdstuk</a:t>
            </a:r>
          </a:p>
          <a:p>
            <a:pPr algn="l">
              <a:lnSpc>
                <a:spcPct val="100000"/>
              </a:lnSpc>
              <a:spcBef>
                <a:spcPts val="0"/>
              </a:spcBef>
              <a:spcAft>
                <a:spcPts val="650"/>
              </a:spcAft>
            </a:pPr>
            <a:r>
              <a:rPr lang="nl-NL" sz="900" b="1" u="none" noProof="1">
                <a:solidFill>
                  <a:srgbClr val="FFFFFF"/>
                </a:solidFill>
                <a:latin typeface="IBM Plex Mono"/>
              </a:rPr>
              <a:t>12  Hoofdstuk</a:t>
            </a:r>
          </a:p>
          <a:p>
            <a:pPr algn="l">
              <a:lnSpc>
                <a:spcPct val="100000"/>
              </a:lnSpc>
              <a:spcBef>
                <a:spcPts val="0"/>
              </a:spcBef>
              <a:spcAft>
                <a:spcPts val="650"/>
              </a:spcAft>
            </a:pPr>
            <a:r>
              <a:rPr lang="nl-NL" sz="900" b="1" u="none" noProof="1">
                <a:solidFill>
                  <a:srgbClr val="717A98"/>
                </a:solidFill>
                <a:latin typeface="IBM Plex Mono"/>
                <a:hlinkClick r:id="rId14" action="ppaction://hlinksldjump"/>
              </a:rPr>
              <a:t>13  </a:t>
            </a:r>
            <a:r>
              <a:rPr lang="nl-NL" sz="900" b="0" u="none" noProof="1">
                <a:solidFill>
                  <a:srgbClr val="717A98"/>
                </a:solidFill>
                <a:latin typeface="IBM Plex Sans"/>
                <a:hlinkClick r:id="rId14" action="ppaction://hlinksldjump"/>
              </a:rPr>
              <a:t>Hoofdstuk</a:t>
            </a:r>
          </a:p>
        </p:txBody>
      </p:sp>
      <p:sp>
        <p:nvSpPr>
          <p:cNvPr id="4" name="TextBox 3"/>
          <p:cNvSpPr txBox="1"/>
          <p:nvPr/>
        </p:nvSpPr>
        <p:spPr>
          <a:xfrm>
            <a:off x="3196559" y="1188720"/>
            <a:ext cx="8279983" cy="36576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1}" type="slidenum">
              <a:rPr lang="nl-NL" sz="675">
                <a:solidFill>
                  <a:srgbClr val="FFFFFF"/>
                </a:solidFill>
                <a:latin typeface="IBM Plex Sans"/>
              </a:rPr>
              <a:t>22</a:t>
            </a:fld>
            <a:endParaRPr lang="nl-NL" sz="675"/>
          </a:p>
        </p:txBody>
      </p:sp>
      <p:sp>
        <p:nvSpPr>
          <p:cNvPr id="901" name="Rounded Rectangle 900"/>
          <p:cNvSpPr/>
          <p:nvPr/>
        </p:nvSpPr>
        <p:spPr>
          <a:xfrm>
            <a:off x="3196559" y="1700784"/>
            <a:ext cx="2625882" cy="228600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2" name="Rounded Rectangle 901"/>
          <p:cNvSpPr/>
          <p:nvPr/>
        </p:nvSpPr>
        <p:spPr>
          <a:xfrm>
            <a:off x="3416015" y="193852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3" name="TextBox 902"/>
          <p:cNvSpPr txBox="1"/>
          <p:nvPr/>
        </p:nvSpPr>
        <p:spPr>
          <a:xfrm>
            <a:off x="3416015" y="2048256"/>
            <a:ext cx="2186970" cy="310896"/>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00B49C"/>
                </a:solidFill>
                <a:latin typeface="IBM Plex Mono"/>
              </a:rPr>
              <a:t>1</a:t>
            </a:r>
          </a:p>
        </p:txBody>
      </p:sp>
      <p:sp>
        <p:nvSpPr>
          <p:cNvPr id="904" name="TextBox 903"/>
          <p:cNvSpPr txBox="1"/>
          <p:nvPr/>
        </p:nvSpPr>
        <p:spPr>
          <a:xfrm>
            <a:off x="3416015" y="2432304"/>
            <a:ext cx="2186970" cy="274320"/>
          </a:xfrm>
          <a:prstGeom prst="rect">
            <a:avLst/>
          </a:prstGeom>
          <a:noFill/>
        </p:spPr>
        <p:txBody>
          <a:bodyPr wrap="square" lIns="0" tIns="0" rIns="0" bIns="0">
            <a:spAutoFit/>
          </a:bodyPr>
          <a:lstStyle/>
          <a:p>
            <a:pPr algn="l">
              <a:lnSpc>
                <a:spcPct val="114000"/>
              </a:lnSpc>
              <a:spcBef>
                <a:spcPts val="0"/>
              </a:spcBef>
              <a:spcAft>
                <a:spcPts val="0"/>
              </a:spcAft>
            </a:pPr>
            <a:r>
              <a:rPr lang="nl-NL" sz="1250" b="1">
                <a:solidFill>
                  <a:srgbClr val="101D4F"/>
                </a:solidFill>
                <a:latin typeface="IBM Plex Sans"/>
              </a:rPr>
              <a:t>Kop van het blok</a:t>
            </a:r>
          </a:p>
        </p:txBody>
      </p:sp>
      <p:sp>
        <p:nvSpPr>
          <p:cNvPr id="905" name="TextBox 904"/>
          <p:cNvSpPr txBox="1"/>
          <p:nvPr/>
        </p:nvSpPr>
        <p:spPr>
          <a:xfrm>
            <a:off x="3416015" y="2779776"/>
            <a:ext cx="2186970" cy="1024128"/>
          </a:xfrm>
          <a:prstGeom prst="rect">
            <a:avLst/>
          </a:prstGeom>
          <a:noFill/>
        </p:spPr>
        <p:txBody>
          <a:bodyPr wrap="square" lIns="0" tIns="0" rIns="0" bIns="0">
            <a:spAutoFit/>
          </a:bodyPr>
          <a:lstStyle/>
          <a:p>
            <a:pPr algn="l">
              <a:lnSpc>
                <a:spcPct val="128000"/>
              </a:lnSpc>
              <a:spcBef>
                <a:spcPts val="0"/>
              </a:spcBef>
              <a:spcAft>
                <a:spcPts val="0"/>
              </a:spcAft>
            </a:pPr>
            <a:r>
              <a:rPr lang="nl-NL" sz="900" b="0">
                <a:solidFill>
                  <a:srgbClr val="343B52"/>
                </a:solidFill>
                <a:latin typeface="IBM Plex Sans"/>
              </a:rPr>
              <a:t>Hier komt een korte toelichting op dit onderdeel. Beschrijf in een paar zinnen de kern, de onderbouwing en wat dit betekent voor.</a:t>
            </a:r>
          </a:p>
        </p:txBody>
      </p:sp>
      <p:sp>
        <p:nvSpPr>
          <p:cNvPr id="906" name="Rounded Rectangle 905"/>
          <p:cNvSpPr/>
          <p:nvPr/>
        </p:nvSpPr>
        <p:spPr>
          <a:xfrm>
            <a:off x="6023610" y="1700784"/>
            <a:ext cx="2625882" cy="228600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7" name="Rounded Rectangle 906"/>
          <p:cNvSpPr/>
          <p:nvPr/>
        </p:nvSpPr>
        <p:spPr>
          <a:xfrm>
            <a:off x="6243066" y="1938528"/>
            <a:ext cx="384048" cy="54864"/>
          </a:xfrm>
          <a:prstGeom prst="roundRect">
            <a:avLst>
              <a:gd name="adj" fmla="val 50000"/>
            </a:avLst>
          </a:prstGeom>
          <a:solidFill>
            <a:srgbClr val="00B49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08" name="TextBox 907"/>
          <p:cNvSpPr txBox="1"/>
          <p:nvPr/>
        </p:nvSpPr>
        <p:spPr>
          <a:xfrm>
            <a:off x="6243066" y="2048256"/>
            <a:ext cx="2186970" cy="310896"/>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00B49C"/>
                </a:solidFill>
                <a:latin typeface="IBM Plex Mono"/>
              </a:rPr>
              <a:t>2</a:t>
            </a:r>
          </a:p>
        </p:txBody>
      </p:sp>
      <p:sp>
        <p:nvSpPr>
          <p:cNvPr id="909" name="TextBox 908"/>
          <p:cNvSpPr txBox="1"/>
          <p:nvPr/>
        </p:nvSpPr>
        <p:spPr>
          <a:xfrm>
            <a:off x="6243066" y="2432304"/>
            <a:ext cx="2186970" cy="274320"/>
          </a:xfrm>
          <a:prstGeom prst="rect">
            <a:avLst/>
          </a:prstGeom>
          <a:noFill/>
        </p:spPr>
        <p:txBody>
          <a:bodyPr wrap="square" lIns="0" tIns="0" rIns="0" bIns="0">
            <a:spAutoFit/>
          </a:bodyPr>
          <a:lstStyle/>
          <a:p>
            <a:pPr algn="l">
              <a:lnSpc>
                <a:spcPct val="114000"/>
              </a:lnSpc>
              <a:spcBef>
                <a:spcPts val="0"/>
              </a:spcBef>
              <a:spcAft>
                <a:spcPts val="0"/>
              </a:spcAft>
            </a:pPr>
            <a:r>
              <a:rPr lang="nl-NL" sz="1250" b="1">
                <a:solidFill>
                  <a:srgbClr val="101D4F"/>
                </a:solidFill>
                <a:latin typeface="IBM Plex Sans"/>
              </a:rPr>
              <a:t>Kop van blok</a:t>
            </a:r>
          </a:p>
        </p:txBody>
      </p:sp>
      <p:sp>
        <p:nvSpPr>
          <p:cNvPr id="910" name="TextBox 909"/>
          <p:cNvSpPr txBox="1"/>
          <p:nvPr/>
        </p:nvSpPr>
        <p:spPr>
          <a:xfrm>
            <a:off x="6243066" y="2779776"/>
            <a:ext cx="2186970" cy="1024128"/>
          </a:xfrm>
          <a:prstGeom prst="rect">
            <a:avLst/>
          </a:prstGeom>
          <a:noFill/>
        </p:spPr>
        <p:txBody>
          <a:bodyPr wrap="square" lIns="0" tIns="0" rIns="0" bIns="0">
            <a:spAutoFit/>
          </a:bodyPr>
          <a:lstStyle/>
          <a:p>
            <a:pPr algn="l">
              <a:lnSpc>
                <a:spcPct val="128000"/>
              </a:lnSpc>
              <a:spcBef>
                <a:spcPts val="0"/>
              </a:spcBef>
              <a:spcAft>
                <a:spcPts val="0"/>
              </a:spcAft>
            </a:pPr>
            <a:r>
              <a:rPr lang="nl-NL" sz="900" b="0">
                <a:solidFill>
                  <a:srgbClr val="343B52"/>
                </a:solidFill>
                <a:latin typeface="IBM Plex Sans"/>
              </a:rPr>
              <a:t>Hier komt een korte toelichting op dit onderdeel. Beschrijf in een paar zinnen de kern, de onderbouwing en wat dit betekent.</a:t>
            </a:r>
          </a:p>
        </p:txBody>
      </p:sp>
      <p:sp>
        <p:nvSpPr>
          <p:cNvPr id="911" name="Rounded Rectangle 910"/>
          <p:cNvSpPr/>
          <p:nvPr/>
        </p:nvSpPr>
        <p:spPr>
          <a:xfrm>
            <a:off x="8850660" y="1700784"/>
            <a:ext cx="2625882" cy="2286000"/>
          </a:xfrm>
          <a:prstGeom prst="roundRect">
            <a:avLst>
              <a:gd name="adj" fmla="val 11679"/>
            </a:avLst>
          </a:prstGeom>
          <a:solidFill>
            <a:srgbClr val="FFFFFF"/>
          </a:solidFill>
          <a:ln w="12700">
            <a:solidFill>
              <a:srgbClr val="DDE0E8"/>
            </a:solid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2" name="Rounded Rectangle 911"/>
          <p:cNvSpPr/>
          <p:nvPr/>
        </p:nvSpPr>
        <p:spPr>
          <a:xfrm>
            <a:off x="9070116" y="1938528"/>
            <a:ext cx="384048" cy="54864"/>
          </a:xfrm>
          <a:prstGeom prst="roundRect">
            <a:avLst>
              <a:gd name="adj" fmla="val 50000"/>
            </a:avLst>
          </a:prstGeom>
          <a:solidFill>
            <a:srgbClr val="EF174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3" name="TextBox 912"/>
          <p:cNvSpPr txBox="1"/>
          <p:nvPr/>
        </p:nvSpPr>
        <p:spPr>
          <a:xfrm>
            <a:off x="9070116" y="2048256"/>
            <a:ext cx="2186970" cy="310896"/>
          </a:xfrm>
          <a:prstGeom prst="rect">
            <a:avLst/>
          </a:prstGeom>
          <a:noFill/>
        </p:spPr>
        <p:txBody>
          <a:bodyPr wrap="square" lIns="0" tIns="0" rIns="0" bIns="0">
            <a:spAutoFit/>
          </a:bodyPr>
          <a:lstStyle/>
          <a:p>
            <a:pPr algn="l">
              <a:lnSpc>
                <a:spcPct val="100000"/>
              </a:lnSpc>
              <a:spcBef>
                <a:spcPts val="0"/>
              </a:spcBef>
              <a:spcAft>
                <a:spcPts val="0"/>
              </a:spcAft>
            </a:pPr>
            <a:r>
              <a:rPr lang="nl-NL" sz="1900" b="1">
                <a:solidFill>
                  <a:srgbClr val="EF174D"/>
                </a:solidFill>
                <a:latin typeface="IBM Plex Mono"/>
              </a:rPr>
              <a:t>3</a:t>
            </a:r>
          </a:p>
        </p:txBody>
      </p:sp>
      <p:sp>
        <p:nvSpPr>
          <p:cNvPr id="914" name="TextBox 913"/>
          <p:cNvSpPr txBox="1"/>
          <p:nvPr/>
        </p:nvSpPr>
        <p:spPr>
          <a:xfrm>
            <a:off x="9070116" y="2432304"/>
            <a:ext cx="2186970" cy="274320"/>
          </a:xfrm>
          <a:prstGeom prst="rect">
            <a:avLst/>
          </a:prstGeom>
          <a:noFill/>
        </p:spPr>
        <p:txBody>
          <a:bodyPr wrap="square" lIns="0" tIns="0" rIns="0" bIns="0">
            <a:spAutoFit/>
          </a:bodyPr>
          <a:lstStyle/>
          <a:p>
            <a:pPr algn="l">
              <a:lnSpc>
                <a:spcPct val="114000"/>
              </a:lnSpc>
              <a:spcBef>
                <a:spcPts val="0"/>
              </a:spcBef>
              <a:spcAft>
                <a:spcPts val="0"/>
              </a:spcAft>
            </a:pPr>
            <a:r>
              <a:rPr lang="nl-NL" sz="1250" b="1">
                <a:solidFill>
                  <a:srgbClr val="101D4F"/>
                </a:solidFill>
                <a:latin typeface="IBM Plex Sans"/>
              </a:rPr>
              <a:t>Korte kop van het blok</a:t>
            </a:r>
          </a:p>
        </p:txBody>
      </p:sp>
      <p:sp>
        <p:nvSpPr>
          <p:cNvPr id="915" name="TextBox 914"/>
          <p:cNvSpPr txBox="1"/>
          <p:nvPr/>
        </p:nvSpPr>
        <p:spPr>
          <a:xfrm>
            <a:off x="9070116" y="2779776"/>
            <a:ext cx="2186970" cy="1024128"/>
          </a:xfrm>
          <a:prstGeom prst="rect">
            <a:avLst/>
          </a:prstGeom>
          <a:noFill/>
        </p:spPr>
        <p:txBody>
          <a:bodyPr wrap="square" lIns="0" tIns="0" rIns="0" bIns="0">
            <a:spAutoFit/>
          </a:bodyPr>
          <a:lstStyle/>
          <a:p>
            <a:pPr algn="l">
              <a:lnSpc>
                <a:spcPct val="128000"/>
              </a:lnSpc>
              <a:spcBef>
                <a:spcPts val="0"/>
              </a:spcBef>
              <a:spcAft>
                <a:spcPts val="0"/>
              </a:spcAft>
            </a:pPr>
            <a:r>
              <a:rPr lang="nl-NL" sz="900" b="0">
                <a:solidFill>
                  <a:srgbClr val="343B52"/>
                </a:solidFill>
                <a:latin typeface="IBM Plex Sans"/>
              </a:rPr>
              <a:t>Hier komt een korte toelichting op dit onderdeel. Beschrijf in een paar zinnen de kern, de onderbouwing en wat dit betekent voor de lezer. Houd de tekst.</a:t>
            </a:r>
          </a:p>
        </p:txBody>
      </p:sp>
      <p:sp>
        <p:nvSpPr>
          <p:cNvPr id="916" name="Rounded Rectangle 915"/>
          <p:cNvSpPr/>
          <p:nvPr/>
        </p:nvSpPr>
        <p:spPr>
          <a:xfrm>
            <a:off x="3196559" y="4187952"/>
            <a:ext cx="8279983" cy="1408176"/>
          </a:xfrm>
          <a:prstGeom prst="roundRect">
            <a:avLst>
              <a:gd name="adj" fmla="val 16743"/>
            </a:avLst>
          </a:prstGeom>
          <a:solidFill>
            <a:srgbClr val="101D4F"/>
          </a:solidFill>
          <a:ln>
            <a:noFill/>
          </a:ln>
          <a:effectLst>
            <a:outerShdw blurRad="254000" dist="76200" dir="5400000" rotWithShape="0">
              <a:srgbClr val="101D4F">
                <a:alpha val="10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17" name="TextBox 916"/>
          <p:cNvSpPr txBox="1"/>
          <p:nvPr/>
        </p:nvSpPr>
        <p:spPr>
          <a:xfrm>
            <a:off x="3489167" y="4370832"/>
            <a:ext cx="7694767" cy="182880"/>
          </a:xfrm>
          <a:prstGeom prst="rect">
            <a:avLst/>
          </a:prstGeom>
          <a:noFill/>
        </p:spPr>
        <p:txBody>
          <a:bodyPr wrap="square" lIns="0" tIns="0" rIns="0" bIns="0">
            <a:spAutoFit/>
          </a:bodyPr>
          <a:lstStyle/>
          <a:p>
            <a:pPr algn="l">
              <a:lnSpc>
                <a:spcPct val="100000"/>
              </a:lnSpc>
              <a:spcBef>
                <a:spcPts val="0"/>
              </a:spcBef>
              <a:spcAft>
                <a:spcPts val="0"/>
              </a:spcAft>
            </a:pPr>
            <a:r>
              <a:rPr lang="nl-NL" sz="950" b="1">
                <a:solidFill>
                  <a:srgbClr val="00B49C"/>
                </a:solidFill>
                <a:latin typeface="IBM Plex Sans"/>
              </a:rPr>
              <a:t>LABEL VAN BLOK</a:t>
            </a:r>
          </a:p>
        </p:txBody>
      </p:sp>
      <p:sp>
        <p:nvSpPr>
          <p:cNvPr id="918" name="TextBox 917"/>
          <p:cNvSpPr txBox="1"/>
          <p:nvPr/>
        </p:nvSpPr>
        <p:spPr>
          <a:xfrm>
            <a:off x="3489167" y="4663440"/>
            <a:ext cx="1800247"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Kwartaal 00</a:t>
            </a:r>
          </a:p>
        </p:txBody>
      </p:sp>
      <p:sp>
        <p:nvSpPr>
          <p:cNvPr id="919" name="TextBox 918"/>
          <p:cNvSpPr txBox="1"/>
          <p:nvPr/>
        </p:nvSpPr>
        <p:spPr>
          <a:xfrm>
            <a:off x="3489167" y="4864608"/>
            <a:ext cx="1800247" cy="512064"/>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Hier komt een korte toelichting op dit onderdeel. Beschrijf in.</a:t>
            </a:r>
          </a:p>
        </p:txBody>
      </p:sp>
      <p:sp>
        <p:nvSpPr>
          <p:cNvPr id="920" name="TextBox 919"/>
          <p:cNvSpPr txBox="1"/>
          <p:nvPr/>
        </p:nvSpPr>
        <p:spPr>
          <a:xfrm>
            <a:off x="5454007" y="4663440"/>
            <a:ext cx="1800247"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Kwartaal 00</a:t>
            </a:r>
          </a:p>
        </p:txBody>
      </p:sp>
      <p:sp>
        <p:nvSpPr>
          <p:cNvPr id="921" name="TextBox 920"/>
          <p:cNvSpPr txBox="1"/>
          <p:nvPr/>
        </p:nvSpPr>
        <p:spPr>
          <a:xfrm>
            <a:off x="5454007" y="4864608"/>
            <a:ext cx="1800247" cy="512064"/>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Hier komt een korte toelichting op dit onderdeel. Beschrijf.</a:t>
            </a:r>
          </a:p>
        </p:txBody>
      </p:sp>
      <p:sp>
        <p:nvSpPr>
          <p:cNvPr id="922" name="TextBox 921"/>
          <p:cNvSpPr txBox="1"/>
          <p:nvPr/>
        </p:nvSpPr>
        <p:spPr>
          <a:xfrm>
            <a:off x="7418847" y="4663440"/>
            <a:ext cx="1800247"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Kwartaal 00</a:t>
            </a:r>
          </a:p>
        </p:txBody>
      </p:sp>
      <p:sp>
        <p:nvSpPr>
          <p:cNvPr id="923" name="TextBox 922"/>
          <p:cNvSpPr txBox="1"/>
          <p:nvPr/>
        </p:nvSpPr>
        <p:spPr>
          <a:xfrm>
            <a:off x="7418847" y="4864608"/>
            <a:ext cx="1800247" cy="512064"/>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Hier komt een korte toelichting op dit onderdeel. Beschrijf.</a:t>
            </a:r>
          </a:p>
        </p:txBody>
      </p:sp>
      <p:sp>
        <p:nvSpPr>
          <p:cNvPr id="924" name="TextBox 923"/>
          <p:cNvSpPr txBox="1"/>
          <p:nvPr/>
        </p:nvSpPr>
        <p:spPr>
          <a:xfrm>
            <a:off x="9383687" y="4663440"/>
            <a:ext cx="1800247" cy="182880"/>
          </a:xfrm>
          <a:prstGeom prst="rect">
            <a:avLst/>
          </a:prstGeom>
          <a:noFill/>
        </p:spPr>
        <p:txBody>
          <a:bodyPr wrap="square" lIns="0" tIns="0" rIns="0" bIns="0">
            <a:spAutoFit/>
          </a:bodyPr>
          <a:lstStyle/>
          <a:p>
            <a:pPr algn="l">
              <a:lnSpc>
                <a:spcPct val="110000"/>
              </a:lnSpc>
              <a:spcBef>
                <a:spcPts val="0"/>
              </a:spcBef>
              <a:spcAft>
                <a:spcPts val="0"/>
              </a:spcAft>
            </a:pPr>
            <a:r>
              <a:rPr lang="nl-NL" sz="950" b="1">
                <a:solidFill>
                  <a:srgbClr val="FFFFFF"/>
                </a:solidFill>
                <a:latin typeface="IBM Plex Sans"/>
              </a:rPr>
              <a:t>Kop blok</a:t>
            </a:r>
          </a:p>
        </p:txBody>
      </p:sp>
      <p:sp>
        <p:nvSpPr>
          <p:cNvPr id="925" name="TextBox 924"/>
          <p:cNvSpPr txBox="1"/>
          <p:nvPr/>
        </p:nvSpPr>
        <p:spPr>
          <a:xfrm>
            <a:off x="9383687" y="4864608"/>
            <a:ext cx="1800247" cy="512064"/>
          </a:xfrm>
          <a:prstGeom prst="rect">
            <a:avLst/>
          </a:prstGeom>
          <a:noFill/>
        </p:spPr>
        <p:txBody>
          <a:bodyPr wrap="square" lIns="0" tIns="0" rIns="0" bIns="0">
            <a:spAutoFit/>
          </a:bodyPr>
          <a:lstStyle/>
          <a:p>
            <a:pPr algn="l">
              <a:lnSpc>
                <a:spcPct val="124000"/>
              </a:lnSpc>
              <a:spcBef>
                <a:spcPts val="0"/>
              </a:spcBef>
              <a:spcAft>
                <a:spcPts val="0"/>
              </a:spcAft>
            </a:pPr>
            <a:r>
              <a:rPr lang="nl-NL" sz="850" b="0">
                <a:solidFill>
                  <a:srgbClr val="C3C8D4"/>
                </a:solidFill>
                <a:latin typeface="IBM Plex Sans"/>
              </a:rPr>
              <a:t>Hier komt een korte toelichting op dit onderdeel.</a:t>
            </a:r>
          </a:p>
        </p:txBody>
      </p:sp>
      <p:sp>
        <p:nvSpPr>
          <p:cNvPr id="926" name="TextBox 925"/>
          <p:cNvSpPr txBox="1"/>
          <p:nvPr/>
        </p:nvSpPr>
        <p:spPr>
          <a:xfrm>
            <a:off x="3196559" y="5596128"/>
            <a:ext cx="8279983" cy="365760"/>
          </a:xfrm>
          <a:prstGeom prst="rect">
            <a:avLst/>
          </a:prstGeom>
          <a:noFill/>
        </p:spPr>
        <p:txBody>
          <a:bodyPr wrap="square" lIns="0" tIns="0" rIns="0" bIns="0">
            <a:spAutoFit/>
          </a:bodyPr>
          <a:lstStyle/>
          <a:p>
            <a:pPr algn="l">
              <a:lnSpc>
                <a:spcPct val="126000"/>
              </a:lnSpc>
              <a:spcBef>
                <a:spcPts val="0"/>
              </a:spcBef>
              <a:spcAft>
                <a:spcPts val="0"/>
              </a:spcAft>
            </a:pPr>
            <a:r>
              <a:rPr lang="nl-NL" sz="850" b="0">
                <a:solidFill>
                  <a:srgbClr val="6C7489"/>
                </a:solidFill>
                <a:latin typeface="IBM Plex Sans"/>
              </a:rPr>
              <a:t>Hier komt een korte toelichting op dit onderdeel. Beschrijf in een paar zinnen de kern, de onderbouwing en wat dit betekent voor de lezer. Houd de tekst bondig en concreet. Hier komt een korte toelichting op dit onderdeel. Beschrijf in een.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968" y="702143"/>
            <a:ext cx="9882071" cy="814262"/>
          </a:xfrm>
        </p:spPr>
        <p:txBody>
          <a:bodyPr wrap="square"/>
          <a:lstStyle/>
          <a:p>
            <a:pPr>
              <a:lnSpc>
                <a:spcPct val="105000"/>
              </a:lnSpc>
            </a:pPr>
            <a:r>
              <a:rPr lang="nl-NL" b="1" dirty="0">
                <a:latin typeface="IBM Plex Sans"/>
              </a:rPr>
              <a:t>Titel van de dia</a:t>
            </a:r>
          </a:p>
        </p:txBody>
      </p:sp>
      <p:sp>
        <p:nvSpPr>
          <p:cNvPr id="4" name="TextBox 3"/>
          <p:cNvSpPr txBox="1"/>
          <p:nvPr/>
        </p:nvSpPr>
        <p:spPr>
          <a:xfrm>
            <a:off x="886968" y="2926080"/>
            <a:ext cx="5486400" cy="274320"/>
          </a:xfrm>
          <a:prstGeom prst="rect">
            <a:avLst/>
          </a:prstGeom>
          <a:noFill/>
        </p:spPr>
        <p:txBody>
          <a:bodyPr wrap="square" lIns="0" tIns="0" rIns="0" bIns="0">
            <a:spAutoFit/>
          </a:bodyPr>
          <a:lstStyle/>
          <a:p>
            <a:pPr algn="l">
              <a:lnSpc>
                <a:spcPct val="100000"/>
              </a:lnSpc>
              <a:spcBef>
                <a:spcPts val="0"/>
              </a:spcBef>
              <a:spcAft>
                <a:spcPts val="0"/>
              </a:spcAft>
            </a:pPr>
            <a:r>
              <a:rPr lang="nl-NL" sz="1050" b="0">
                <a:solidFill>
                  <a:srgbClr val="FFFFFF"/>
                </a:solidFill>
                <a:latin typeface="IBM Plex Sans"/>
              </a:rPr>
              <a:t>Kop blok</a:t>
            </a:r>
          </a:p>
        </p:txBody>
      </p:sp>
      <p:sp>
        <p:nvSpPr>
          <p:cNvPr id="5" name="TextBox 4"/>
          <p:cNvSpPr txBox="1"/>
          <p:nvPr/>
        </p:nvSpPr>
        <p:spPr>
          <a:xfrm>
            <a:off x="886968" y="3255264"/>
            <a:ext cx="5486400" cy="274320"/>
          </a:xfrm>
          <a:prstGeom prst="rect">
            <a:avLst/>
          </a:prstGeom>
          <a:noFill/>
        </p:spPr>
        <p:txBody>
          <a:bodyPr wrap="square" lIns="0" tIns="0" rIns="0" bIns="0">
            <a:spAutoFit/>
          </a:bodyPr>
          <a:lstStyle/>
          <a:p>
            <a:pPr algn="l">
              <a:lnSpc>
                <a:spcPct val="100000"/>
              </a:lnSpc>
              <a:spcBef>
                <a:spcPts val="0"/>
              </a:spcBef>
              <a:spcAft>
                <a:spcPts val="0"/>
              </a:spcAft>
            </a:pPr>
            <a:r>
              <a:rPr lang="nl-NL" sz="1050" b="0">
                <a:solidFill>
                  <a:srgbClr val="FFFFFF"/>
                </a:solidFill>
                <a:latin typeface="IBM Plex Sans"/>
              </a:rPr>
              <a:t>Kop blok</a:t>
            </a:r>
          </a:p>
        </p:txBody>
      </p:sp>
      <p:sp>
        <p:nvSpPr>
          <p:cNvPr id="6" name="TextBox 5"/>
          <p:cNvSpPr txBox="1"/>
          <p:nvPr/>
        </p:nvSpPr>
        <p:spPr>
          <a:xfrm>
            <a:off x="886968" y="3584448"/>
            <a:ext cx="5486400" cy="274320"/>
          </a:xfrm>
          <a:prstGeom prst="rect">
            <a:avLst/>
          </a:prstGeom>
          <a:noFill/>
        </p:spPr>
        <p:txBody>
          <a:bodyPr wrap="square" lIns="0" tIns="0" rIns="0" bIns="0">
            <a:spAutoFit/>
          </a:bodyPr>
          <a:lstStyle/>
          <a:p>
            <a:pPr algn="l">
              <a:lnSpc>
                <a:spcPct val="100000"/>
              </a:lnSpc>
              <a:spcBef>
                <a:spcPts val="0"/>
              </a:spcBef>
              <a:spcAft>
                <a:spcPts val="0"/>
              </a:spcAft>
            </a:pPr>
            <a:r>
              <a:rPr lang="nl-NL" sz="1050" b="0">
                <a:solidFill>
                  <a:srgbClr val="FFFFFF"/>
                </a:solidFill>
                <a:latin typeface="IBM Plex Sans"/>
              </a:rPr>
              <a:t>Kop van blok</a:t>
            </a:r>
          </a:p>
        </p:txBody>
      </p:sp>
      <p:sp>
        <p:nvSpPr>
          <p:cNvPr id="7" name="TextBox 6"/>
          <p:cNvSpPr txBox="1"/>
          <p:nvPr/>
        </p:nvSpPr>
        <p:spPr>
          <a:xfrm>
            <a:off x="886968" y="3913632"/>
            <a:ext cx="5486400" cy="274320"/>
          </a:xfrm>
          <a:prstGeom prst="rect">
            <a:avLst/>
          </a:prstGeom>
          <a:noFill/>
        </p:spPr>
        <p:txBody>
          <a:bodyPr wrap="square" lIns="0" tIns="0" rIns="0" bIns="0">
            <a:spAutoFit/>
          </a:bodyPr>
          <a:lstStyle/>
          <a:p>
            <a:pPr algn="l">
              <a:lnSpc>
                <a:spcPct val="100000"/>
              </a:lnSpc>
              <a:spcBef>
                <a:spcPts val="0"/>
              </a:spcBef>
              <a:spcAft>
                <a:spcPts val="0"/>
              </a:spcAft>
            </a:pPr>
            <a:r>
              <a:rPr lang="nl-NL" sz="1050" b="0">
                <a:solidFill>
                  <a:srgbClr val="FFFFFF"/>
                </a:solidFill>
                <a:latin typeface="IBM Plex Sans"/>
              </a:rPr>
              <a:t>Kop blok</a:t>
            </a:r>
          </a:p>
        </p:txBody>
      </p:sp>
      <p:sp>
        <p:nvSpPr>
          <p:cNvPr id="8" name="TextBox 7"/>
          <p:cNvSpPr txBox="1"/>
          <p:nvPr/>
        </p:nvSpPr>
        <p:spPr>
          <a:xfrm>
            <a:off x="886968" y="4242816"/>
            <a:ext cx="5486400" cy="274320"/>
          </a:xfrm>
          <a:prstGeom prst="rect">
            <a:avLst/>
          </a:prstGeom>
          <a:noFill/>
        </p:spPr>
        <p:txBody>
          <a:bodyPr wrap="square" lIns="0" tIns="0" rIns="0" bIns="0">
            <a:spAutoFit/>
          </a:bodyPr>
          <a:lstStyle/>
          <a:p>
            <a:pPr algn="l">
              <a:lnSpc>
                <a:spcPct val="100000"/>
              </a:lnSpc>
              <a:spcBef>
                <a:spcPts val="0"/>
              </a:spcBef>
              <a:spcAft>
                <a:spcPts val="0"/>
              </a:spcAft>
            </a:pPr>
            <a:r>
              <a:rPr lang="nl-NL" sz="1050" b="0">
                <a:solidFill>
                  <a:srgbClr val="FFFFFF"/>
                </a:solidFill>
                <a:latin typeface="IBM Plex Sans"/>
              </a:rPr>
              <a:t>Kop van blok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3}" type="slidenum">
              <a:rPr lang="nl-NL" sz="675">
                <a:solidFill>
                  <a:srgbClr val="FFFFFF"/>
                </a:solidFill>
                <a:latin typeface="IBM Plex Sans"/>
              </a:rPr>
              <a:t>24</a:t>
            </a:fld>
            <a:endParaRPr lang="nl-NL" sz="675"/>
          </a:p>
        </p:txBody>
      </p:sp>
      <p:graphicFrame>
        <p:nvGraphicFramePr>
          <p:cNvPr id="901" name="Table 900"/>
          <p:cNvGraphicFramePr>
            <a:graphicFrameLocks noGrp="1"/>
          </p:cNvGraphicFramePr>
          <p:nvPr/>
        </p:nvGraphicFramePr>
        <p:xfrm>
          <a:off x="3196559" y="1810512"/>
          <a:ext cx="8279979" cy="3218688"/>
        </p:xfrm>
        <a:graphic>
          <a:graphicData uri="http://schemas.openxmlformats.org/drawingml/2006/table">
            <a:tbl>
              <a:tblPr>
                <a:tableStyleId>{5C22544A-7EE6-4342-B048-85BDC9FD1C3A}</a:tableStyleId>
              </a:tblPr>
              <a:tblGrid>
                <a:gridCol w="1783380">
                  <a:extLst>
                    <a:ext uri="{9D8B030D-6E8A-4147-A177-3AD203B41FA5}">
                      <a16:colId xmlns:a16="http://schemas.microsoft.com/office/drawing/2014/main" val="20000"/>
                    </a:ext>
                  </a:extLst>
                </a:gridCol>
                <a:gridCol w="1273843">
                  <a:extLst>
                    <a:ext uri="{9D8B030D-6E8A-4147-A177-3AD203B41FA5}">
                      <a16:colId xmlns:a16="http://schemas.microsoft.com/office/drawing/2014/main" val="20001"/>
                    </a:ext>
                  </a:extLst>
                </a:gridCol>
                <a:gridCol w="2462764">
                  <a:extLst>
                    <a:ext uri="{9D8B030D-6E8A-4147-A177-3AD203B41FA5}">
                      <a16:colId xmlns:a16="http://schemas.microsoft.com/office/drawing/2014/main" val="20002"/>
                    </a:ext>
                  </a:extLst>
                </a:gridCol>
                <a:gridCol w="1103997">
                  <a:extLst>
                    <a:ext uri="{9D8B030D-6E8A-4147-A177-3AD203B41FA5}">
                      <a16:colId xmlns:a16="http://schemas.microsoft.com/office/drawing/2014/main" val="20003"/>
                    </a:ext>
                  </a:extLst>
                </a:gridCol>
                <a:gridCol w="636921">
                  <a:extLst>
                    <a:ext uri="{9D8B030D-6E8A-4147-A177-3AD203B41FA5}">
                      <a16:colId xmlns:a16="http://schemas.microsoft.com/office/drawing/2014/main" val="20004"/>
                    </a:ext>
                  </a:extLst>
                </a:gridCol>
                <a:gridCol w="1019074">
                  <a:extLst>
                    <a:ext uri="{9D8B030D-6E8A-4147-A177-3AD203B41FA5}">
                      <a16:colId xmlns:a16="http://schemas.microsoft.com/office/drawing/2014/main" val="20005"/>
                    </a:ext>
                  </a:extLst>
                </a:gridCol>
              </a:tblGrid>
              <a:tr h="274320">
                <a:tc>
                  <a:txBody>
                    <a:bodyPr/>
                    <a:lstStyle/>
                    <a:p>
                      <a:pPr algn="l">
                        <a:lnSpc>
                          <a:spcPct val="100000"/>
                        </a:lnSpc>
                      </a:pPr>
                      <a:r>
                        <a:rPr lang="nl-NL" sz="700" b="1">
                          <a:solidFill>
                            <a:srgbClr val="FFFFFF"/>
                          </a:solidFill>
                          <a:latin typeface="IBM Plex Sans"/>
                        </a:rPr>
                        <a:t>LABEL BLOK</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420624">
                <a:tc>
                  <a:txBody>
                    <a:bodyPr/>
                    <a:lstStyle/>
                    <a:p>
                      <a:pPr algn="l">
                        <a:lnSpc>
                          <a:spcPct val="116000"/>
                        </a:lnSpc>
                      </a:pPr>
                      <a:r>
                        <a:rPr lang="nl-NL" sz="750" b="1">
                          <a:solidFill>
                            <a:srgbClr val="101D4F"/>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Hier komt een korte toelichting op dit onderdeel.</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van blok</a:t>
                      </a:r>
                    </a:p>
                  </a:txBody>
                  <a:tcPr marR="73152" marT="36576" marB="36576" anchor="ctr">
                    <a:solidFill>
                      <a:srgbClr val="FFFFFF"/>
                    </a:solidFill>
                  </a:tcPr>
                </a:tc>
                <a:tc>
                  <a:txBody>
                    <a:bodyPr/>
                    <a:lstStyle/>
                    <a:p>
                      <a:pPr algn="l">
                        <a:lnSpc>
                          <a:spcPct val="116000"/>
                        </a:lnSpc>
                      </a:pPr>
                      <a:r>
                        <a:rPr lang="nl-NL" sz="75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extLst>
                  <a:ext uri="{0D108BD9-81ED-4DB2-BD59-A6C34878D82A}">
                    <a16:rowId xmlns:a16="http://schemas.microsoft.com/office/drawing/2014/main" val="10001"/>
                  </a:ext>
                </a:extLst>
              </a:tr>
              <a:tr h="420624">
                <a:tc>
                  <a:txBody>
                    <a:bodyPr/>
                    <a:lstStyle/>
                    <a:p>
                      <a:pPr algn="l">
                        <a:lnSpc>
                          <a:spcPct val="116000"/>
                        </a:lnSpc>
                      </a:pPr>
                      <a:r>
                        <a:rPr lang="nl-NL" sz="7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75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ECEEF2"/>
                    </a:solidFill>
                  </a:tcPr>
                </a:tc>
                <a:extLst>
                  <a:ext uri="{0D108BD9-81ED-4DB2-BD59-A6C34878D82A}">
                    <a16:rowId xmlns:a16="http://schemas.microsoft.com/office/drawing/2014/main" val="10002"/>
                  </a:ext>
                </a:extLst>
              </a:tr>
              <a:tr h="420624">
                <a:tc>
                  <a:txBody>
                    <a:bodyPr/>
                    <a:lstStyle/>
                    <a:p>
                      <a:pPr algn="l">
                        <a:lnSpc>
                          <a:spcPct val="116000"/>
                        </a:lnSpc>
                      </a:pPr>
                      <a:r>
                        <a:rPr lang="nl-NL" sz="750" b="1">
                          <a:solidFill>
                            <a:srgbClr val="101D4F"/>
                          </a:solidFill>
                          <a:latin typeface="IBM Plex Sans"/>
                        </a:rPr>
                        <a:t>Kop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Hier komt een korte toelichting op dit onderdeel.</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1">
                          <a:solidFill>
                            <a:srgbClr val="00B49C"/>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FFFFFF"/>
                    </a:solidFill>
                  </a:tcPr>
                </a:tc>
                <a:extLst>
                  <a:ext uri="{0D108BD9-81ED-4DB2-BD59-A6C34878D82A}">
                    <a16:rowId xmlns:a16="http://schemas.microsoft.com/office/drawing/2014/main" val="10003"/>
                  </a:ext>
                </a:extLst>
              </a:tr>
              <a:tr h="420624">
                <a:tc>
                  <a:txBody>
                    <a:bodyPr/>
                    <a:lstStyle/>
                    <a:p>
                      <a:pPr algn="l">
                        <a:lnSpc>
                          <a:spcPct val="116000"/>
                        </a:lnSpc>
                      </a:pPr>
                      <a:r>
                        <a:rPr lang="nl-NL" sz="750" b="1">
                          <a:solidFill>
                            <a:srgbClr val="101D4F"/>
                          </a:solidFill>
                          <a:latin typeface="IBM Plex Sans"/>
                        </a:rPr>
                        <a:t>Kop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Hier komt een korte toelichting op dit onderdeel. Beschrijf in.</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blok</a:t>
                      </a:r>
                    </a:p>
                  </a:txBody>
                  <a:tcPr marR="73152" marT="36576" marB="36576" anchor="ctr">
                    <a:solidFill>
                      <a:srgbClr val="ECEEF2"/>
                    </a:solidFill>
                  </a:tcPr>
                </a:tc>
                <a:tc>
                  <a:txBody>
                    <a:bodyPr/>
                    <a:lstStyle/>
                    <a:p>
                      <a:pPr algn="l">
                        <a:lnSpc>
                          <a:spcPct val="116000"/>
                        </a:lnSpc>
                      </a:pPr>
                      <a:r>
                        <a:rPr lang="nl-NL" sz="75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extLst>
                  <a:ext uri="{0D108BD9-81ED-4DB2-BD59-A6C34878D82A}">
                    <a16:rowId xmlns:a16="http://schemas.microsoft.com/office/drawing/2014/main" val="10004"/>
                  </a:ext>
                </a:extLst>
              </a:tr>
              <a:tr h="420624">
                <a:tc>
                  <a:txBody>
                    <a:bodyPr/>
                    <a:lstStyle/>
                    <a:p>
                      <a:pPr algn="l">
                        <a:lnSpc>
                          <a:spcPct val="116000"/>
                        </a:lnSpc>
                      </a:pPr>
                      <a:r>
                        <a:rPr lang="nl-NL" sz="750" b="1">
                          <a:solidFill>
                            <a:srgbClr val="101D4F"/>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750" b="1">
                          <a:solidFill>
                            <a:srgbClr val="28899F"/>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extLst>
                  <a:ext uri="{0D108BD9-81ED-4DB2-BD59-A6C34878D82A}">
                    <a16:rowId xmlns:a16="http://schemas.microsoft.com/office/drawing/2014/main" val="10005"/>
                  </a:ext>
                </a:extLst>
              </a:tr>
              <a:tr h="420624">
                <a:tc>
                  <a:txBody>
                    <a:bodyPr/>
                    <a:lstStyle/>
                    <a:p>
                      <a:pPr algn="l">
                        <a:lnSpc>
                          <a:spcPct val="116000"/>
                        </a:lnSpc>
                      </a:pPr>
                      <a:r>
                        <a:rPr lang="nl-NL" sz="7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Korte kop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750" b="1">
                          <a:solidFill>
                            <a:srgbClr val="EF174D"/>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ECEEF2"/>
                    </a:solidFill>
                  </a:tcPr>
                </a:tc>
                <a:extLst>
                  <a:ext uri="{0D108BD9-81ED-4DB2-BD59-A6C34878D82A}">
                    <a16:rowId xmlns:a16="http://schemas.microsoft.com/office/drawing/2014/main" val="10006"/>
                  </a:ext>
                </a:extLst>
              </a:tr>
              <a:tr h="420624">
                <a:tc>
                  <a:txBody>
                    <a:bodyPr/>
                    <a:lstStyle/>
                    <a:p>
                      <a:pPr algn="l">
                        <a:lnSpc>
                          <a:spcPct val="116000"/>
                        </a:lnSpc>
                      </a:pPr>
                      <a:r>
                        <a:rPr lang="nl-NL" sz="750" b="1">
                          <a:solidFill>
                            <a:srgbClr val="101D4F"/>
                          </a:solidFill>
                          <a:latin typeface="IBM Plex Sans"/>
                        </a:rPr>
                        <a:t>Kop van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Hier komt een korte toelichting op dit onderdeel. Beschrijf.</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02" name="TextBox 901"/>
          <p:cNvSpPr txBox="1"/>
          <p:nvPr/>
        </p:nvSpPr>
        <p:spPr>
          <a:xfrm>
            <a:off x="3196559" y="5175504"/>
            <a:ext cx="8279983" cy="274320"/>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 de tekst bondig en concreet.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4}" type="slidenum">
              <a:rPr lang="nl-NL" sz="675">
                <a:solidFill>
                  <a:srgbClr val="FFFFFF"/>
                </a:solidFill>
                <a:latin typeface="IBM Plex Sans"/>
              </a:rPr>
              <a:t>25</a:t>
            </a:fld>
            <a:endParaRPr lang="nl-NL" sz="675"/>
          </a:p>
        </p:txBody>
      </p:sp>
      <p:graphicFrame>
        <p:nvGraphicFramePr>
          <p:cNvPr id="901" name="Table 900"/>
          <p:cNvGraphicFramePr>
            <a:graphicFrameLocks noGrp="1"/>
          </p:cNvGraphicFramePr>
          <p:nvPr>
            <p:extLst>
              <p:ext uri="{D42A27DB-BD31-4B8C-83A1-F6EECF244321}">
                <p14:modId xmlns:p14="http://schemas.microsoft.com/office/powerpoint/2010/main" val="995110108"/>
              </p:ext>
            </p:extLst>
          </p:nvPr>
        </p:nvGraphicFramePr>
        <p:xfrm>
          <a:off x="3196559" y="1810512"/>
          <a:ext cx="8279979" cy="2907792"/>
        </p:xfrm>
        <a:graphic>
          <a:graphicData uri="http://schemas.openxmlformats.org/drawingml/2006/table">
            <a:tbl>
              <a:tblPr>
                <a:tableStyleId>{5C22544A-7EE6-4342-B048-85BDC9FD1C3A}</a:tableStyleId>
              </a:tblPr>
              <a:tblGrid>
                <a:gridCol w="1273843">
                  <a:extLst>
                    <a:ext uri="{9D8B030D-6E8A-4147-A177-3AD203B41FA5}">
                      <a16:colId xmlns:a16="http://schemas.microsoft.com/office/drawing/2014/main" val="20000"/>
                    </a:ext>
                  </a:extLst>
                </a:gridCol>
                <a:gridCol w="1953226">
                  <a:extLst>
                    <a:ext uri="{9D8B030D-6E8A-4147-A177-3AD203B41FA5}">
                      <a16:colId xmlns:a16="http://schemas.microsoft.com/office/drawing/2014/main" val="20001"/>
                    </a:ext>
                  </a:extLst>
                </a:gridCol>
                <a:gridCol w="1273843">
                  <a:extLst>
                    <a:ext uri="{9D8B030D-6E8A-4147-A177-3AD203B41FA5}">
                      <a16:colId xmlns:a16="http://schemas.microsoft.com/office/drawing/2014/main" val="20002"/>
                    </a:ext>
                  </a:extLst>
                </a:gridCol>
                <a:gridCol w="1273843">
                  <a:extLst>
                    <a:ext uri="{9D8B030D-6E8A-4147-A177-3AD203B41FA5}">
                      <a16:colId xmlns:a16="http://schemas.microsoft.com/office/drawing/2014/main" val="20003"/>
                    </a:ext>
                  </a:extLst>
                </a:gridCol>
                <a:gridCol w="934151">
                  <a:extLst>
                    <a:ext uri="{9D8B030D-6E8A-4147-A177-3AD203B41FA5}">
                      <a16:colId xmlns:a16="http://schemas.microsoft.com/office/drawing/2014/main" val="20004"/>
                    </a:ext>
                  </a:extLst>
                </a:gridCol>
                <a:gridCol w="1571073">
                  <a:extLst>
                    <a:ext uri="{9D8B030D-6E8A-4147-A177-3AD203B41FA5}">
                      <a16:colId xmlns:a16="http://schemas.microsoft.com/office/drawing/2014/main" val="20005"/>
                    </a:ext>
                  </a:extLst>
                </a:gridCol>
              </a:tblGrid>
              <a:tr h="274320">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 BLOK</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 BLOK</a:t>
                      </a:r>
                    </a:p>
                  </a:txBody>
                  <a:tcPr marR="73152" anchor="ctr">
                    <a:solidFill>
                      <a:srgbClr val="101D4F"/>
                    </a:solidFill>
                  </a:tcPr>
                </a:tc>
                <a:extLst>
                  <a:ext uri="{0D108BD9-81ED-4DB2-BD59-A6C34878D82A}">
                    <a16:rowId xmlns:a16="http://schemas.microsoft.com/office/drawing/2014/main" val="10000"/>
                  </a:ext>
                </a:extLst>
              </a:tr>
              <a:tr h="438912">
                <a:tc>
                  <a:txBody>
                    <a:bodyPr/>
                    <a:lstStyle/>
                    <a:p>
                      <a:pPr algn="l">
                        <a:lnSpc>
                          <a:spcPct val="116000"/>
                        </a:lnSpc>
                      </a:pPr>
                      <a:r>
                        <a:rPr lang="nl-NL" sz="75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750" b="0" dirty="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Korte kop van het blok</a:t>
                      </a:r>
                    </a:p>
                  </a:txBody>
                  <a:tcPr marR="73152" marT="36576" marB="36576" anchor="ctr">
                    <a:solidFill>
                      <a:srgbClr val="FFFFFF"/>
                    </a:solidFill>
                  </a:tcPr>
                </a:tc>
                <a:extLst>
                  <a:ext uri="{0D108BD9-81ED-4DB2-BD59-A6C34878D82A}">
                    <a16:rowId xmlns:a16="http://schemas.microsoft.com/office/drawing/2014/main" val="10001"/>
                  </a:ext>
                </a:extLst>
              </a:tr>
              <a:tr h="438912">
                <a:tc>
                  <a:txBody>
                    <a:bodyPr/>
                    <a:lstStyle/>
                    <a:p>
                      <a:pPr algn="l">
                        <a:lnSpc>
                          <a:spcPct val="116000"/>
                        </a:lnSpc>
                      </a:pPr>
                      <a:r>
                        <a:rPr lang="nl-NL" sz="7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Korte kop van het blok</a:t>
                      </a:r>
                    </a:p>
                  </a:txBody>
                  <a:tcPr marR="73152" marT="36576" marB="36576" anchor="ctr">
                    <a:solidFill>
                      <a:srgbClr val="ECEEF2"/>
                    </a:solidFill>
                  </a:tcPr>
                </a:tc>
                <a:tc>
                  <a:txBody>
                    <a:bodyPr/>
                    <a:lstStyle/>
                    <a:p>
                      <a:pPr algn="l">
                        <a:lnSpc>
                          <a:spcPct val="116000"/>
                        </a:lnSpc>
                      </a:pPr>
                      <a:r>
                        <a:rPr lang="nl-NL" sz="750" b="0" dirty="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ECEEF2"/>
                    </a:solidFill>
                  </a:tcPr>
                </a:tc>
                <a:extLst>
                  <a:ext uri="{0D108BD9-81ED-4DB2-BD59-A6C34878D82A}">
                    <a16:rowId xmlns:a16="http://schemas.microsoft.com/office/drawing/2014/main" val="10002"/>
                  </a:ext>
                </a:extLst>
              </a:tr>
              <a:tr h="438912">
                <a:tc>
                  <a:txBody>
                    <a:bodyPr/>
                    <a:lstStyle/>
                    <a:p>
                      <a:pPr algn="l">
                        <a:lnSpc>
                          <a:spcPct val="116000"/>
                        </a:lnSpc>
                      </a:pPr>
                      <a:r>
                        <a:rPr lang="nl-NL" sz="750" b="1">
                          <a:solidFill>
                            <a:srgbClr val="101D4F"/>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dirty="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Korte kop van het blok hier</a:t>
                      </a:r>
                    </a:p>
                  </a:txBody>
                  <a:tcPr marR="73152" marT="36576" marB="36576" anchor="ctr">
                    <a:solidFill>
                      <a:srgbClr val="FFFFFF"/>
                    </a:solidFill>
                  </a:tcPr>
                </a:tc>
                <a:extLst>
                  <a:ext uri="{0D108BD9-81ED-4DB2-BD59-A6C34878D82A}">
                    <a16:rowId xmlns:a16="http://schemas.microsoft.com/office/drawing/2014/main" val="10003"/>
                  </a:ext>
                </a:extLst>
              </a:tr>
              <a:tr h="438912">
                <a:tc>
                  <a:txBody>
                    <a:bodyPr/>
                    <a:lstStyle/>
                    <a:p>
                      <a:pPr algn="l">
                        <a:lnSpc>
                          <a:spcPct val="116000"/>
                        </a:lnSpc>
                      </a:pPr>
                      <a:r>
                        <a:rPr lang="nl-NL" sz="750" b="1" dirty="0" err="1">
                          <a:solidFill>
                            <a:srgbClr val="101D4F"/>
                          </a:solidFill>
                          <a:latin typeface="IBM Plex Sans"/>
                        </a:rPr>
                        <a:t>Tekst</a:t>
                      </a:r>
                      <a:endParaRPr lang="nl-NL" sz="750" b="1" dirty="0">
                        <a:solidFill>
                          <a:srgbClr val="101D4F"/>
                        </a:solidFill>
                        <a:latin typeface="IBM Plex Sans"/>
                      </a:endParaRPr>
                    </a:p>
                  </a:txBody>
                  <a:tcPr marR="73152" marT="36576" marB="36576" anchor="ctr">
                    <a:solidFill>
                      <a:srgbClr val="ECEEF2"/>
                    </a:solidFill>
                  </a:tcPr>
                </a:tc>
                <a:tc>
                  <a:txBody>
                    <a:bodyPr/>
                    <a:lstStyle/>
                    <a:p>
                      <a:pPr algn="l">
                        <a:lnSpc>
                          <a:spcPct val="116000"/>
                        </a:lnSpc>
                      </a:pPr>
                      <a:r>
                        <a:rPr lang="nl-NL" sz="750" b="0" dirty="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750" b="0" dirty="0" err="1">
                          <a:solidFill>
                            <a:srgbClr val="343B52"/>
                          </a:solidFill>
                          <a:latin typeface="IBM Plex Sans"/>
                        </a:rPr>
                        <a:t>Korte kop van het blok hier</a:t>
                      </a:r>
                    </a:p>
                  </a:txBody>
                  <a:tcPr marR="73152" marT="36576" marB="36576" anchor="ctr">
                    <a:solidFill>
                      <a:srgbClr val="ECEEF2"/>
                    </a:solidFill>
                  </a:tcPr>
                </a:tc>
                <a:tc>
                  <a:txBody>
                    <a:bodyPr/>
                    <a:lstStyle/>
                    <a:p>
                      <a:pPr algn="l">
                        <a:lnSpc>
                          <a:spcPct val="116000"/>
                        </a:lnSpc>
                      </a:pPr>
                      <a:r>
                        <a:rPr lang="nl-NL" sz="750" b="0" dirty="0">
                          <a:solidFill>
                            <a:srgbClr val="343B52"/>
                          </a:solidFill>
                          <a:latin typeface="IBM Plex Sans"/>
                        </a:rPr>
                        <a:t>Kop van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Korte kop van het blok hier</a:t>
                      </a:r>
                    </a:p>
                  </a:txBody>
                  <a:tcPr marR="73152" marT="36576" marB="36576" anchor="ctr">
                    <a:solidFill>
                      <a:srgbClr val="ECEEF2"/>
                    </a:solidFill>
                  </a:tcPr>
                </a:tc>
                <a:extLst>
                  <a:ext uri="{0D108BD9-81ED-4DB2-BD59-A6C34878D82A}">
                    <a16:rowId xmlns:a16="http://schemas.microsoft.com/office/drawing/2014/main" val="10004"/>
                  </a:ext>
                </a:extLst>
              </a:tr>
              <a:tr h="438912">
                <a:tc>
                  <a:txBody>
                    <a:bodyPr/>
                    <a:lstStyle/>
                    <a:p>
                      <a:pPr algn="l">
                        <a:lnSpc>
                          <a:spcPct val="116000"/>
                        </a:lnSpc>
                      </a:pPr>
                      <a:r>
                        <a:rPr lang="nl-NL" sz="750" b="1" dirty="0" err="1">
                          <a:solidFill>
                            <a:srgbClr val="101D4F"/>
                          </a:solidFill>
                          <a:latin typeface="IBM Plex Sans"/>
                        </a:rPr>
                        <a:t>Tekst</a:t>
                      </a:r>
                      <a:endParaRPr lang="nl-NL" sz="750" b="1" dirty="0">
                        <a:solidFill>
                          <a:srgbClr val="101D4F"/>
                        </a:solidFill>
                        <a:latin typeface="IBM Plex Sans"/>
                      </a:endParaRPr>
                    </a:p>
                  </a:txBody>
                  <a:tcPr marR="73152" marT="36576" marB="36576" anchor="ctr">
                    <a:solidFill>
                      <a:srgbClr val="FFFFFF"/>
                    </a:solidFill>
                  </a:tcPr>
                </a:tc>
                <a:tc>
                  <a:txBody>
                    <a:bodyPr/>
                    <a:lstStyle/>
                    <a:p>
                      <a:pPr algn="l">
                        <a:lnSpc>
                          <a:spcPct val="116000"/>
                        </a:lnSpc>
                      </a:pPr>
                      <a:r>
                        <a:rPr lang="nl-NL" sz="750" b="0" dirty="0">
                          <a:solidFill>
                            <a:srgbClr val="343B52"/>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750" b="0" dirty="0" err="1">
                          <a:solidFill>
                            <a:srgbClr val="343B52"/>
                          </a:solidFill>
                          <a:latin typeface="IBM Plex Sans"/>
                        </a:rPr>
                        <a:t>Tekst</a:t>
                      </a:r>
                      <a:endParaRPr lang="nl-NL" sz="750" b="0" dirty="0">
                        <a:solidFill>
                          <a:srgbClr val="343B52"/>
                        </a:solidFill>
                        <a:latin typeface="IBM Plex Sans"/>
                      </a:endParaRPr>
                    </a:p>
                  </a:txBody>
                  <a:tcPr marR="73152" marT="36576" marB="36576" anchor="ctr">
                    <a:solidFill>
                      <a:srgbClr val="FFFFFF"/>
                    </a:solidFill>
                  </a:tcPr>
                </a:tc>
                <a:tc>
                  <a:txBody>
                    <a:bodyPr/>
                    <a:lstStyle/>
                    <a:p>
                      <a:pPr algn="l">
                        <a:lnSpc>
                          <a:spcPct val="116000"/>
                        </a:lnSpc>
                      </a:pPr>
                      <a:r>
                        <a:rPr lang="nl-NL" sz="750" b="0" dirty="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FFFFFF"/>
                    </a:solidFill>
                  </a:tcPr>
                </a:tc>
                <a:extLst>
                  <a:ext uri="{0D108BD9-81ED-4DB2-BD59-A6C34878D82A}">
                    <a16:rowId xmlns:a16="http://schemas.microsoft.com/office/drawing/2014/main" val="10005"/>
                  </a:ext>
                </a:extLst>
              </a:tr>
              <a:tr h="438912">
                <a:tc>
                  <a:txBody>
                    <a:bodyPr/>
                    <a:lstStyle/>
                    <a:p>
                      <a:pPr algn="l">
                        <a:lnSpc>
                          <a:spcPct val="116000"/>
                        </a:lnSpc>
                      </a:pPr>
                      <a:r>
                        <a:rPr lang="nl-NL" sz="750" b="1">
                          <a:solidFill>
                            <a:srgbClr val="101D4F"/>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7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750" b="0" dirty="0">
                          <a:solidFill>
                            <a:srgbClr val="343B52"/>
                          </a:solidFill>
                          <a:latin typeface="IBM Plex Sans"/>
                        </a:rPr>
                        <a:t>Korte kop van het blok</a:t>
                      </a:r>
                    </a:p>
                  </a:txBody>
                  <a:tcPr marR="73152" marT="36576" marB="36576" anchor="ctr">
                    <a:solidFill>
                      <a:srgbClr val="ECEEF2"/>
                    </a:solidFill>
                  </a:tcPr>
                </a:tc>
                <a:extLst>
                  <a:ext uri="{0D108BD9-81ED-4DB2-BD59-A6C34878D82A}">
                    <a16:rowId xmlns:a16="http://schemas.microsoft.com/office/drawing/2014/main" val="10006"/>
                  </a:ext>
                </a:extLst>
              </a:tr>
            </a:tbl>
          </a:graphicData>
        </a:graphic>
      </p:graphicFrame>
      <p:sp>
        <p:nvSpPr>
          <p:cNvPr id="902" name="TextBox 901"/>
          <p:cNvSpPr txBox="1"/>
          <p:nvPr/>
        </p:nvSpPr>
        <p:spPr>
          <a:xfrm>
            <a:off x="3196559" y="4864608"/>
            <a:ext cx="8279983" cy="274320"/>
          </a:xfrm>
          <a:prstGeom prst="rect">
            <a:avLst/>
          </a:prstGeom>
          <a:noFill/>
        </p:spPr>
        <p:txBody>
          <a:bodyPr wrap="square" lIns="0" tIns="0" rIns="0" bIns="0">
            <a:spAutoFit/>
          </a:bodyPr>
          <a:lstStyle/>
          <a:p>
            <a:pPr algn="l">
              <a:lnSpc>
                <a:spcPct val="124000"/>
              </a:lnSpc>
              <a:spcBef>
                <a:spcPts val="0"/>
              </a:spcBef>
              <a:spcAft>
                <a:spcPts val="0"/>
              </a:spcAft>
            </a:pPr>
            <a:r>
              <a:rPr lang="nl-NL" sz="800" b="0" dirty="0">
                <a:solidFill>
                  <a:srgbClr val="6C7489"/>
                </a:solidFill>
                <a:latin typeface="IBM Plex Sans"/>
              </a:rPr>
              <a:t>Hier komt een korte toelichting op dit onderdeel. Beschrijf in een paar zinnen de kern, de onderbouwing en wat dit betekent voor de lezer. Houd de.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4" name="TextBox 3"/>
          <p:cNvSpPr txBox="1"/>
          <p:nvPr/>
        </p:nvSpPr>
        <p:spPr>
          <a:xfrm>
            <a:off x="3196559" y="1188720"/>
            <a:ext cx="8279983" cy="274320"/>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5}" type="slidenum">
              <a:rPr lang="nl-NL" sz="675">
                <a:solidFill>
                  <a:srgbClr val="FFFFFF"/>
                </a:solidFill>
                <a:latin typeface="IBM Plex Sans"/>
              </a:rPr>
              <a:t>26</a:t>
            </a:fld>
            <a:endParaRPr lang="nl-NL" sz="675"/>
          </a:p>
        </p:txBody>
      </p:sp>
      <p:graphicFrame>
        <p:nvGraphicFramePr>
          <p:cNvPr id="901" name="Table 900"/>
          <p:cNvGraphicFramePr>
            <a:graphicFrameLocks noGrp="1"/>
          </p:cNvGraphicFramePr>
          <p:nvPr/>
        </p:nvGraphicFramePr>
        <p:xfrm>
          <a:off x="3196559" y="1719072"/>
          <a:ext cx="8279980" cy="3822192"/>
        </p:xfrm>
        <a:graphic>
          <a:graphicData uri="http://schemas.openxmlformats.org/drawingml/2006/table">
            <a:tbl>
              <a:tblPr>
                <a:tableStyleId>{5C22544A-7EE6-4342-B048-85BDC9FD1C3A}</a:tableStyleId>
              </a:tblPr>
              <a:tblGrid>
                <a:gridCol w="1013875">
                  <a:extLst>
                    <a:ext uri="{9D8B030D-6E8A-4147-A177-3AD203B41FA5}">
                      <a16:colId xmlns:a16="http://schemas.microsoft.com/office/drawing/2014/main" val="20000"/>
                    </a:ext>
                  </a:extLst>
                </a:gridCol>
                <a:gridCol w="4477949">
                  <a:extLst>
                    <a:ext uri="{9D8B030D-6E8A-4147-A177-3AD203B41FA5}">
                      <a16:colId xmlns:a16="http://schemas.microsoft.com/office/drawing/2014/main" val="20001"/>
                    </a:ext>
                  </a:extLst>
                </a:gridCol>
                <a:gridCol w="1182854">
                  <a:extLst>
                    <a:ext uri="{9D8B030D-6E8A-4147-A177-3AD203B41FA5}">
                      <a16:colId xmlns:a16="http://schemas.microsoft.com/office/drawing/2014/main" val="20002"/>
                    </a:ext>
                  </a:extLst>
                </a:gridCol>
                <a:gridCol w="1605302">
                  <a:extLst>
                    <a:ext uri="{9D8B030D-6E8A-4147-A177-3AD203B41FA5}">
                      <a16:colId xmlns:a16="http://schemas.microsoft.com/office/drawing/2014/main" val="20003"/>
                    </a:ext>
                  </a:extLst>
                </a:gridCol>
              </a:tblGrid>
              <a:tr h="256032">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VAN BLOK</a:t>
                      </a:r>
                    </a:p>
                  </a:txBody>
                  <a:tcPr marR="73152" anchor="ctr">
                    <a:solidFill>
                      <a:srgbClr val="101D4F"/>
                    </a:solidFill>
                  </a:tcPr>
                </a:tc>
                <a:extLst>
                  <a:ext uri="{0D108BD9-81ED-4DB2-BD59-A6C34878D82A}">
                    <a16:rowId xmlns:a16="http://schemas.microsoft.com/office/drawing/2014/main" val="10000"/>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00%</a:t>
                      </a:r>
                    </a:p>
                  </a:txBody>
                  <a:tcPr marR="73152" marT="36576" marB="36576" anchor="ctr">
                    <a:solidFill>
                      <a:srgbClr val="FFFFFF"/>
                    </a:solidFill>
                  </a:tcPr>
                </a:tc>
                <a:extLst>
                  <a:ext uri="{0D108BD9-81ED-4DB2-BD59-A6C34878D82A}">
                    <a16:rowId xmlns:a16="http://schemas.microsoft.com/office/drawing/2014/main" val="10001"/>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00%</a:t>
                      </a:r>
                    </a:p>
                  </a:txBody>
                  <a:tcPr marR="73152" marT="36576" marB="36576" anchor="ctr">
                    <a:solidFill>
                      <a:srgbClr val="ECEEF2"/>
                    </a:solidFill>
                  </a:tcPr>
                </a:tc>
                <a:extLst>
                  <a:ext uri="{0D108BD9-81ED-4DB2-BD59-A6C34878D82A}">
                    <a16:rowId xmlns:a16="http://schemas.microsoft.com/office/drawing/2014/main" val="10002"/>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3"/>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4"/>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5"/>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Korte kop van het blok hier</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06"/>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 uur</a:t>
                      </a:r>
                    </a:p>
                  </a:txBody>
                  <a:tcPr marR="73152" marT="36576" marB="36576" anchor="ctr">
                    <a:solidFill>
                      <a:srgbClr val="FFFFFF"/>
                    </a:solidFill>
                  </a:tcPr>
                </a:tc>
                <a:extLst>
                  <a:ext uri="{0D108BD9-81ED-4DB2-BD59-A6C34878D82A}">
                    <a16:rowId xmlns:a16="http://schemas.microsoft.com/office/drawing/2014/main" val="10007"/>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Korte kop van het blok hier</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00 – 00</a:t>
                      </a:r>
                    </a:p>
                  </a:txBody>
                  <a:tcPr marR="73152" marT="36576" marB="36576" anchor="ctr">
                    <a:solidFill>
                      <a:srgbClr val="ECEEF2"/>
                    </a:solidFill>
                  </a:tcPr>
                </a:tc>
                <a:extLst>
                  <a:ext uri="{0D108BD9-81ED-4DB2-BD59-A6C34878D82A}">
                    <a16:rowId xmlns:a16="http://schemas.microsoft.com/office/drawing/2014/main" val="10008"/>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09"/>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10"/>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11"/>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ECEEF2"/>
                    </a:solidFill>
                  </a:tcPr>
                </a:tc>
                <a:extLst>
                  <a:ext uri="{0D108BD9-81ED-4DB2-BD59-A6C34878D82A}">
                    <a16:rowId xmlns:a16="http://schemas.microsoft.com/office/drawing/2014/main" val="10012"/>
                  </a:ext>
                </a:extLst>
              </a:tr>
              <a:tr h="274320">
                <a:tc>
                  <a:txBody>
                    <a:bodyPr/>
                    <a:lstStyle/>
                    <a:p>
                      <a:pPr algn="l">
                        <a:lnSpc>
                          <a:spcPct val="116000"/>
                        </a:lnSpc>
                      </a:pPr>
                      <a:r>
                        <a:rPr lang="nl-NL" sz="800" b="1">
                          <a:solidFill>
                            <a:srgbClr val="101D4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 00</a:t>
                      </a:r>
                    </a:p>
                  </a:txBody>
                  <a:tcPr marR="73152" marT="36576" marB="36576" anchor="ctr">
                    <a:solidFill>
                      <a:srgbClr val="FFFFFF"/>
                    </a:solidFill>
                  </a:tcPr>
                </a:tc>
                <a:extLst>
                  <a:ext uri="{0D108BD9-81ED-4DB2-BD59-A6C34878D82A}">
                    <a16:rowId xmlns:a16="http://schemas.microsoft.com/office/drawing/2014/main" val="10013"/>
                  </a:ext>
                </a:extLst>
              </a:tr>
            </a:tbl>
          </a:graphicData>
        </a:graphic>
      </p:graphicFrame>
      <p:sp>
        <p:nvSpPr>
          <p:cNvPr id="902" name="TextBox 901"/>
          <p:cNvSpPr txBox="1"/>
          <p:nvPr/>
        </p:nvSpPr>
        <p:spPr>
          <a:xfrm>
            <a:off x="3196559" y="5687567"/>
            <a:ext cx="8279983" cy="274320"/>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 de tekst bondig.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6}" type="slidenum">
              <a:rPr lang="nl-NL" sz="675">
                <a:solidFill>
                  <a:srgbClr val="FFFFFF"/>
                </a:solidFill>
                <a:latin typeface="IBM Plex Sans"/>
              </a:rPr>
              <a:t>27</a:t>
            </a:fld>
            <a:endParaRPr lang="nl-NL" sz="675"/>
          </a:p>
        </p:txBody>
      </p:sp>
      <p:graphicFrame>
        <p:nvGraphicFramePr>
          <p:cNvPr id="901" name="Table 900"/>
          <p:cNvGraphicFramePr>
            <a:graphicFrameLocks noGrp="1"/>
          </p:cNvGraphicFramePr>
          <p:nvPr/>
        </p:nvGraphicFramePr>
        <p:xfrm>
          <a:off x="3196559" y="1810512"/>
          <a:ext cx="8279980" cy="3689296"/>
        </p:xfrm>
        <a:graphic>
          <a:graphicData uri="http://schemas.openxmlformats.org/drawingml/2006/table">
            <a:tbl>
              <a:tblPr>
                <a:tableStyleId>{5C22544A-7EE6-4342-B048-85BDC9FD1C3A}</a:tableStyleId>
              </a:tblPr>
              <a:tblGrid>
                <a:gridCol w="411711">
                  <a:extLst>
                    <a:ext uri="{9D8B030D-6E8A-4147-A177-3AD203B41FA5}">
                      <a16:colId xmlns:a16="http://schemas.microsoft.com/office/drawing/2014/main" val="20000"/>
                    </a:ext>
                  </a:extLst>
                </a:gridCol>
                <a:gridCol w="2927728">
                  <a:extLst>
                    <a:ext uri="{9D8B030D-6E8A-4147-A177-3AD203B41FA5}">
                      <a16:colId xmlns:a16="http://schemas.microsoft.com/office/drawing/2014/main" val="20001"/>
                    </a:ext>
                  </a:extLst>
                </a:gridCol>
                <a:gridCol w="686186">
                  <a:extLst>
                    <a:ext uri="{9D8B030D-6E8A-4147-A177-3AD203B41FA5}">
                      <a16:colId xmlns:a16="http://schemas.microsoft.com/office/drawing/2014/main" val="20002"/>
                    </a:ext>
                  </a:extLst>
                </a:gridCol>
                <a:gridCol w="686186">
                  <a:extLst>
                    <a:ext uri="{9D8B030D-6E8A-4147-A177-3AD203B41FA5}">
                      <a16:colId xmlns:a16="http://schemas.microsoft.com/office/drawing/2014/main" val="20003"/>
                    </a:ext>
                  </a:extLst>
                </a:gridCol>
                <a:gridCol w="3568169">
                  <a:extLst>
                    <a:ext uri="{9D8B030D-6E8A-4147-A177-3AD203B41FA5}">
                      <a16:colId xmlns:a16="http://schemas.microsoft.com/office/drawing/2014/main" val="20004"/>
                    </a:ext>
                  </a:extLst>
                </a:gridCol>
              </a:tblGrid>
              <a:tr h="274320">
                <a:tc>
                  <a:txBody>
                    <a:bodyPr/>
                    <a:lstStyle/>
                    <a:p>
                      <a:pPr algn="l">
                        <a:lnSpc>
                          <a:spcPct val="100000"/>
                        </a:lnSpc>
                      </a:pPr>
                      <a:r>
                        <a:rPr lang="nl-NL" sz="700" b="1">
                          <a:solidFill>
                            <a:srgbClr val="FFFFFF"/>
                          </a:solidFill>
                          <a:latin typeface="IBM Plex Sans"/>
                        </a:rPr>
                        <a:t>#</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0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a:t>
                      </a:r>
                    </a:p>
                  </a:txBody>
                  <a:tcPr marR="73152" marT="36576" marB="36576" anchor="ctr">
                    <a:solidFill>
                      <a:srgbClr val="FFFFFF"/>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 Beschrijf.</a:t>
                      </a:r>
                    </a:p>
                  </a:txBody>
                  <a:tcPr marR="73152" marT="36576" marB="36576" anchor="ctr">
                    <a:solidFill>
                      <a:srgbClr val="FFFFFF"/>
                    </a:solidFill>
                  </a:tcPr>
                </a:tc>
                <a:extLst>
                  <a:ext uri="{0D108BD9-81ED-4DB2-BD59-A6C34878D82A}">
                    <a16:rowId xmlns:a16="http://schemas.microsoft.com/office/drawing/2014/main" val="10001"/>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Hier komt een korte toelichting op dit onderdeel. Beschrijf in een.</a:t>
                      </a:r>
                    </a:p>
                  </a:txBody>
                  <a:tcPr marR="73152" marT="36576" marB="36576" anchor="ctr">
                    <a:solidFill>
                      <a:srgbClr val="ECEEF2"/>
                    </a:solidFill>
                  </a:tcPr>
                </a:tc>
                <a:extLst>
                  <a:ext uri="{0D108BD9-81ED-4DB2-BD59-A6C34878D82A}">
                    <a16:rowId xmlns:a16="http://schemas.microsoft.com/office/drawing/2014/main" val="10002"/>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van het blok</a:t>
                      </a:r>
                    </a:p>
                  </a:txBody>
                  <a:tcPr marR="73152" marT="36576" marB="36576" anchor="ctr">
                    <a:solidFill>
                      <a:srgbClr val="FFFFFF"/>
                    </a:solidFill>
                  </a:tcPr>
                </a:tc>
                <a:tc>
                  <a:txBody>
                    <a:bodyPr/>
                    <a:lstStyle/>
                    <a:p>
                      <a:pPr algn="l">
                        <a:lnSpc>
                          <a:spcPct val="116000"/>
                        </a:lnSpc>
                      </a:pPr>
                      <a:r>
                        <a:rPr lang="nl-NL" sz="800" b="1">
                          <a:solidFill>
                            <a:srgbClr val="00B49C"/>
                          </a:solidFill>
                          <a:latin typeface="IBM Plex Sans"/>
                        </a:rPr>
                        <a:t>Tekst</a:t>
                      </a:r>
                    </a:p>
                  </a:txBody>
                  <a:tcPr marR="73152" marT="36576" marB="36576" anchor="ctr">
                    <a:solidFill>
                      <a:srgbClr val="FFFFFF"/>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 Beschrijf in.</a:t>
                      </a:r>
                    </a:p>
                  </a:txBody>
                  <a:tcPr marR="73152" marT="36576" marB="36576" anchor="ctr">
                    <a:solidFill>
                      <a:srgbClr val="FFFFFF"/>
                    </a:solidFill>
                  </a:tcPr>
                </a:tc>
                <a:extLst>
                  <a:ext uri="{0D108BD9-81ED-4DB2-BD59-A6C34878D82A}">
                    <a16:rowId xmlns:a16="http://schemas.microsoft.com/office/drawing/2014/main" val="10003"/>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Kop van het blok</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Hier komt een korte toelichting op dit onderdeel. Beschrijf.</a:t>
                      </a:r>
                    </a:p>
                  </a:txBody>
                  <a:tcPr marR="73152" marT="36576" marB="36576" anchor="ctr">
                    <a:solidFill>
                      <a:srgbClr val="ECEEF2"/>
                    </a:solidFill>
                  </a:tcPr>
                </a:tc>
                <a:extLst>
                  <a:ext uri="{0D108BD9-81ED-4DB2-BD59-A6C34878D82A}">
                    <a16:rowId xmlns:a16="http://schemas.microsoft.com/office/drawing/2014/main" val="10004"/>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 Beschrijf.</a:t>
                      </a:r>
                    </a:p>
                  </a:txBody>
                  <a:tcPr marR="73152" marT="36576" marB="36576" anchor="ctr">
                    <a:solidFill>
                      <a:srgbClr val="FFFFFF"/>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met omschrijving van het blok</a:t>
                      </a:r>
                    </a:p>
                  </a:txBody>
                  <a:tcPr marR="73152" marT="36576" marB="36576" anchor="ctr">
                    <a:solidFill>
                      <a:srgbClr val="FFFFFF"/>
                    </a:solidFill>
                  </a:tcPr>
                </a:tc>
                <a:extLst>
                  <a:ext uri="{0D108BD9-81ED-4DB2-BD59-A6C34878D82A}">
                    <a16:rowId xmlns:a16="http://schemas.microsoft.com/office/drawing/2014/main" val="10005"/>
                  </a:ext>
                </a:extLst>
              </a:tr>
              <a:tr h="347472">
                <a:tc>
                  <a:txBody>
                    <a:bodyPr/>
                    <a:lstStyle/>
                    <a:p>
                      <a:pPr algn="l">
                        <a:lnSpc>
                          <a:spcPct val="116000"/>
                        </a:lnSpc>
                      </a:pPr>
                      <a:r>
                        <a:rPr lang="nl-NL" sz="80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Hier komt een korte toelichting op dit onderdeel. Beschrijf.</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Hier komt een korte toelichting op dit onderdeel.</a:t>
                      </a:r>
                    </a:p>
                  </a:txBody>
                  <a:tcPr marR="73152" marT="36576" marB="36576" anchor="ctr">
                    <a:solidFill>
                      <a:srgbClr val="ECEEF2"/>
                    </a:solidFill>
                  </a:tcPr>
                </a:tc>
                <a:extLst>
                  <a:ext uri="{0D108BD9-81ED-4DB2-BD59-A6C34878D82A}">
                    <a16:rowId xmlns:a16="http://schemas.microsoft.com/office/drawing/2014/main" val="10006"/>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 Beschrijf in.</a:t>
                      </a:r>
                    </a:p>
                  </a:txBody>
                  <a:tcPr marR="73152" marT="36576" marB="36576" anchor="ctr">
                    <a:solidFill>
                      <a:srgbClr val="FFFFFF"/>
                    </a:solidFill>
                  </a:tcPr>
                </a:tc>
                <a:extLst>
                  <a:ext uri="{0D108BD9-81ED-4DB2-BD59-A6C34878D82A}">
                    <a16:rowId xmlns:a16="http://schemas.microsoft.com/office/drawing/2014/main" val="10007"/>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Korte kop van het blok</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1">
                          <a:solidFill>
                            <a:srgbClr val="28899F"/>
                          </a:solidFill>
                          <a:latin typeface="IBM Plex Sans"/>
                        </a:rPr>
                        <a:t>Tekst</a:t>
                      </a:r>
                    </a:p>
                  </a:txBody>
                  <a:tcPr marR="73152" marT="36576" marB="36576" anchor="ctr">
                    <a:solidFill>
                      <a:srgbClr val="ECEEF2"/>
                    </a:solidFill>
                  </a:tcPr>
                </a:tc>
                <a:tc>
                  <a:txBody>
                    <a:bodyPr/>
                    <a:lstStyle/>
                    <a:p>
                      <a:pPr algn="l">
                        <a:lnSpc>
                          <a:spcPct val="116000"/>
                        </a:lnSpc>
                      </a:pPr>
                      <a:r>
                        <a:rPr lang="nl-NL" sz="800" b="0">
                          <a:solidFill>
                            <a:srgbClr val="343B52"/>
                          </a:solidFill>
                          <a:latin typeface="IBM Plex Sans"/>
                        </a:rPr>
                        <a:t>Hier komt een korte toelichting op dit onderdeel. Beschrijf in.</a:t>
                      </a:r>
                    </a:p>
                  </a:txBody>
                  <a:tcPr marR="73152" marT="36576" marB="36576" anchor="ctr">
                    <a:solidFill>
                      <a:srgbClr val="ECEEF2"/>
                    </a:solidFill>
                  </a:tcPr>
                </a:tc>
                <a:extLst>
                  <a:ext uri="{0D108BD9-81ED-4DB2-BD59-A6C34878D82A}">
                    <a16:rowId xmlns:a16="http://schemas.microsoft.com/office/drawing/2014/main" val="10008"/>
                  </a:ext>
                </a:extLst>
              </a:tr>
              <a:tr h="383438">
                <a:tc>
                  <a:txBody>
                    <a:bodyPr/>
                    <a:lstStyle/>
                    <a:p>
                      <a:pPr algn="l">
                        <a:lnSpc>
                          <a:spcPct val="116000"/>
                        </a:lnSpc>
                      </a:pPr>
                      <a:r>
                        <a:rPr lang="nl-NL" sz="800" b="1">
                          <a:solidFill>
                            <a:srgbClr val="101D4F"/>
                          </a:solidFill>
                          <a:latin typeface="IBM Plex Sans"/>
                        </a:rPr>
                        <a:t>R00</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Korte kop van het blok hier</a:t>
                      </a:r>
                    </a:p>
                  </a:txBody>
                  <a:tcPr marR="73152" marT="36576" marB="36576" anchor="ctr">
                    <a:solidFill>
                      <a:srgbClr val="FFFFFF"/>
                    </a:solidFill>
                  </a:tcPr>
                </a:tc>
                <a:tc>
                  <a:txBody>
                    <a:bodyPr/>
                    <a:lstStyle/>
                    <a:p>
                      <a:pPr algn="l">
                        <a:lnSpc>
                          <a:spcPct val="116000"/>
                        </a:lnSpc>
                      </a:pPr>
                      <a:r>
                        <a:rPr lang="nl-NL" sz="800" b="1">
                          <a:solidFill>
                            <a:srgbClr val="EF174D"/>
                          </a:solidFill>
                          <a:latin typeface="IBM Plex Sans"/>
                        </a:rPr>
                        <a:t>Tekst</a:t>
                      </a:r>
                    </a:p>
                  </a:txBody>
                  <a:tcPr marR="73152" marT="36576" marB="36576" anchor="ctr">
                    <a:solidFill>
                      <a:srgbClr val="FFFFFF"/>
                    </a:solidFill>
                  </a:tcPr>
                </a:tc>
                <a:tc>
                  <a:txBody>
                    <a:bodyPr/>
                    <a:lstStyle/>
                    <a:p>
                      <a:pPr algn="l">
                        <a:lnSpc>
                          <a:spcPct val="116000"/>
                        </a:lnSpc>
                      </a:pPr>
                      <a:r>
                        <a:rPr lang="nl-NL" sz="800" b="1">
                          <a:solidFill>
                            <a:srgbClr val="00B49C"/>
                          </a:solidFill>
                          <a:latin typeface="IBM Plex Sans"/>
                        </a:rPr>
                        <a:t>Tekst</a:t>
                      </a:r>
                    </a:p>
                  </a:txBody>
                  <a:tcPr marR="73152" marT="36576" marB="36576" anchor="ctr">
                    <a:solidFill>
                      <a:srgbClr val="FFFFFF"/>
                    </a:solidFill>
                  </a:tcPr>
                </a:tc>
                <a:tc>
                  <a:txBody>
                    <a:bodyPr/>
                    <a:lstStyle/>
                    <a:p>
                      <a:pPr algn="l">
                        <a:lnSpc>
                          <a:spcPct val="116000"/>
                        </a:lnSpc>
                      </a:pPr>
                      <a:r>
                        <a:rPr lang="nl-NL" sz="800" b="0">
                          <a:solidFill>
                            <a:srgbClr val="343B52"/>
                          </a:solidFill>
                          <a:latin typeface="IBM Plex Sans"/>
                        </a:rPr>
                        <a:t>Hier komt een korte toelichting op dit onderdeel. Beschrijf in een paar.</a:t>
                      </a:r>
                    </a:p>
                  </a:txBody>
                  <a:tcPr marR="73152" marT="36576" marB="36576" anchor="ctr">
                    <a:solidFill>
                      <a:srgbClr val="FFFFFF"/>
                    </a:solidFill>
                  </a:tcPr>
                </a:tc>
                <a:extLst>
                  <a:ext uri="{0D108BD9-81ED-4DB2-BD59-A6C34878D82A}">
                    <a16:rowId xmlns:a16="http://schemas.microsoft.com/office/drawing/2014/main" val="10009"/>
                  </a:ext>
                </a:extLst>
              </a:tr>
            </a:tbl>
          </a:graphicData>
        </a:graphic>
      </p:graphicFrame>
      <p:sp>
        <p:nvSpPr>
          <p:cNvPr id="902" name="TextBox 901"/>
          <p:cNvSpPr txBox="1"/>
          <p:nvPr/>
        </p:nvSpPr>
        <p:spPr>
          <a:xfrm>
            <a:off x="3196559" y="5646115"/>
            <a:ext cx="8279983" cy="274320"/>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 de tekst bondig.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96559" y="548640"/>
            <a:ext cx="8279983" cy="512064"/>
          </a:xfrm>
        </p:spPr>
        <p:txBody>
          <a:bodyPr wrap="square"/>
          <a:lstStyle/>
          <a:p>
            <a:pPr>
              <a:lnSpc>
                <a:spcPct val="108000"/>
              </a:lnSpc>
            </a:pPr>
            <a:r>
              <a:rPr lang="nl-NL" sz="2200" b="1">
                <a:solidFill>
                  <a:srgbClr val="101D4F"/>
                </a:solidFill>
                <a:latin typeface="IBM Plex Sans"/>
              </a:rPr>
              <a:t>Titel van de dia: kernboodschap</a:t>
            </a:r>
          </a:p>
        </p:txBody>
      </p:sp>
      <p:sp>
        <p:nvSpPr>
          <p:cNvPr id="4" name="TextBox 3"/>
          <p:cNvSpPr txBox="1"/>
          <p:nvPr/>
        </p:nvSpPr>
        <p:spPr>
          <a:xfrm>
            <a:off x="3196559" y="1188720"/>
            <a:ext cx="8279983" cy="402336"/>
          </a:xfrm>
          <a:prstGeom prst="rect">
            <a:avLst/>
          </a:prstGeom>
          <a:noFill/>
        </p:spPr>
        <p:txBody>
          <a:bodyPr wrap="square" lIns="0" tIns="0" rIns="0" bIns="0">
            <a:spAutoFit/>
          </a:bodyPr>
          <a:lstStyle/>
          <a:p>
            <a:pPr algn="l">
              <a:lnSpc>
                <a:spcPct val="132000"/>
              </a:lnSpc>
              <a:spcBef>
                <a:spcPts val="0"/>
              </a:spcBef>
              <a:spcAft>
                <a:spcPts val="0"/>
              </a:spcAft>
            </a:pPr>
            <a:r>
              <a:rPr lang="nl-NL" sz="1250" b="0">
                <a:solidFill>
                  <a:srgbClr val="101D4F"/>
                </a:solidFill>
                <a:latin typeface="IBM Plex Sans"/>
              </a:rPr>
              <a:t>Hier komt een korte toelichting op dit onderdeel. Beschrijf in een paar zinnen de kern, de onderbouwing en.</a:t>
            </a:r>
          </a:p>
        </p:txBody>
      </p:sp>
      <p:sp>
        <p:nvSpPr>
          <p:cNvPr id="900" name="Dianummer"/>
          <p:cNvSpPr>
            <a:spLocks noGrp="1"/>
          </p:cNvSpPr>
          <p:nvPr>
            <p:ph type="sldNum" sz="quarter" idx="4"/>
          </p:nvPr>
        </p:nvSpPr>
        <p:spPr>
          <a:xfrm>
            <a:off x="934475" y="6078640"/>
            <a:ext cx="612000" cy="306000"/>
          </a:xfrm>
        </p:spPr>
        <p:txBody>
          <a:bodyPr/>
          <a:lstStyle/>
          <a:p>
            <a:pPr algn="ctr"/>
            <a:fld id="{B4D0A2C4-1F4E-4A5D-9C11-000000000027}" type="slidenum">
              <a:rPr lang="nl-NL" sz="675">
                <a:solidFill>
                  <a:srgbClr val="FFFFFF"/>
                </a:solidFill>
                <a:latin typeface="IBM Plex Sans"/>
              </a:rPr>
              <a:t>28</a:t>
            </a:fld>
            <a:endParaRPr lang="nl-NL" sz="675"/>
          </a:p>
        </p:txBody>
      </p:sp>
      <p:graphicFrame>
        <p:nvGraphicFramePr>
          <p:cNvPr id="901" name="Table 900"/>
          <p:cNvGraphicFramePr>
            <a:graphicFrameLocks noGrp="1"/>
          </p:cNvGraphicFramePr>
          <p:nvPr>
            <p:extLst>
              <p:ext uri="{D42A27DB-BD31-4B8C-83A1-F6EECF244321}">
                <p14:modId xmlns:p14="http://schemas.microsoft.com/office/powerpoint/2010/main" val="1359664505"/>
              </p:ext>
            </p:extLst>
          </p:nvPr>
        </p:nvGraphicFramePr>
        <p:xfrm>
          <a:off x="3196559" y="1810512"/>
          <a:ext cx="8279981" cy="3054096"/>
        </p:xfrm>
        <a:graphic>
          <a:graphicData uri="http://schemas.openxmlformats.org/drawingml/2006/table">
            <a:tbl>
              <a:tblPr>
                <a:tableStyleId>{5C22544A-7EE6-4342-B048-85BDC9FD1C3A}</a:tableStyleId>
              </a:tblPr>
              <a:tblGrid>
                <a:gridCol w="454944">
                  <a:extLst>
                    <a:ext uri="{9D8B030D-6E8A-4147-A177-3AD203B41FA5}">
                      <a16:colId xmlns:a16="http://schemas.microsoft.com/office/drawing/2014/main" val="20000"/>
                    </a:ext>
                  </a:extLst>
                </a:gridCol>
                <a:gridCol w="4731418">
                  <a:extLst>
                    <a:ext uri="{9D8B030D-6E8A-4147-A177-3AD203B41FA5}">
                      <a16:colId xmlns:a16="http://schemas.microsoft.com/office/drawing/2014/main" val="20001"/>
                    </a:ext>
                  </a:extLst>
                </a:gridCol>
                <a:gridCol w="2001754">
                  <a:extLst>
                    <a:ext uri="{9D8B030D-6E8A-4147-A177-3AD203B41FA5}">
                      <a16:colId xmlns:a16="http://schemas.microsoft.com/office/drawing/2014/main" val="20002"/>
                    </a:ext>
                  </a:extLst>
                </a:gridCol>
                <a:gridCol w="1091865">
                  <a:extLst>
                    <a:ext uri="{9D8B030D-6E8A-4147-A177-3AD203B41FA5}">
                      <a16:colId xmlns:a16="http://schemas.microsoft.com/office/drawing/2014/main" val="20003"/>
                    </a:ext>
                  </a:extLst>
                </a:gridCol>
              </a:tblGrid>
              <a:tr h="274320">
                <a:tc>
                  <a:txBody>
                    <a:bodyPr/>
                    <a:lstStyle/>
                    <a:p>
                      <a:pPr algn="l">
                        <a:lnSpc>
                          <a:spcPct val="100000"/>
                        </a:lnSpc>
                      </a:pPr>
                      <a:r>
                        <a:rPr lang="nl-NL" sz="750" b="1">
                          <a:solidFill>
                            <a:srgbClr val="FFFFFF"/>
                          </a:solidFill>
                          <a:latin typeface="IBM Plex Sans"/>
                        </a:rPr>
                        <a:t>#</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 BLOK</a:t>
                      </a:r>
                    </a:p>
                  </a:txBody>
                  <a:tcPr marR="73152" anchor="ctr">
                    <a:solidFill>
                      <a:srgbClr val="101D4F"/>
                    </a:solidFill>
                  </a:tcPr>
                </a:tc>
                <a:tc>
                  <a:txBody>
                    <a:bodyPr/>
                    <a:lstStyle/>
                    <a:p>
                      <a:pPr algn="l">
                        <a:lnSpc>
                          <a:spcPct val="100000"/>
                        </a:lnSpc>
                      </a:pPr>
                      <a:r>
                        <a:rPr lang="nl-NL" sz="750" b="1">
                          <a:solidFill>
                            <a:srgbClr val="FFFFFF"/>
                          </a:solidFill>
                          <a:latin typeface="IBM Plex Sans"/>
                        </a:rPr>
                        <a:t>LABEL</a:t>
                      </a:r>
                    </a:p>
                  </a:txBody>
                  <a:tcPr marR="73152" anchor="ctr">
                    <a:solidFill>
                      <a:srgbClr val="101D4F"/>
                    </a:solidFill>
                  </a:tcPr>
                </a:tc>
                <a:extLst>
                  <a:ext uri="{0D108BD9-81ED-4DB2-BD59-A6C34878D82A}">
                    <a16:rowId xmlns:a16="http://schemas.microsoft.com/office/drawing/2014/main" val="10000"/>
                  </a:ext>
                </a:extLst>
              </a:tr>
              <a:tr h="347472">
                <a:tc>
                  <a:txBody>
                    <a:bodyPr/>
                    <a:lstStyle/>
                    <a:p>
                      <a:pPr algn="l">
                        <a:lnSpc>
                          <a:spcPct val="116000"/>
                        </a:lnSpc>
                      </a:pPr>
                      <a:r>
                        <a:rPr lang="nl-NL" sz="850" b="1">
                          <a:solidFill>
                            <a:srgbClr val="101D4F"/>
                          </a:solidFill>
                          <a:latin typeface="IBM Plex Sans"/>
                        </a:rPr>
                        <a:t>1</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FFFFFF"/>
                    </a:solidFill>
                  </a:tcPr>
                </a:tc>
                <a:tc>
                  <a:txBody>
                    <a:bodyPr/>
                    <a:lstStyle/>
                    <a:p>
                      <a:pPr algn="l">
                        <a:lnSpc>
                          <a:spcPct val="116000"/>
                        </a:lnSpc>
                      </a:pPr>
                      <a:r>
                        <a:rPr lang="nl-NL" sz="850" b="0" dirty="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850" b="0" dirty="0">
                          <a:solidFill>
                            <a:srgbClr val="343B52"/>
                          </a:solidFill>
                          <a:latin typeface="IBM Plex Sans"/>
                        </a:rPr>
                        <a:t>Oktober 00</a:t>
                      </a:r>
                    </a:p>
                  </a:txBody>
                  <a:tcPr marR="73152" marT="36576" marB="36576" anchor="ctr">
                    <a:solidFill>
                      <a:srgbClr val="FFFFFF"/>
                    </a:solidFill>
                  </a:tcPr>
                </a:tc>
                <a:extLst>
                  <a:ext uri="{0D108BD9-81ED-4DB2-BD59-A6C34878D82A}">
                    <a16:rowId xmlns:a16="http://schemas.microsoft.com/office/drawing/2014/main" val="10001"/>
                  </a:ext>
                </a:extLst>
              </a:tr>
              <a:tr h="347472">
                <a:tc>
                  <a:txBody>
                    <a:bodyPr/>
                    <a:lstStyle/>
                    <a:p>
                      <a:pPr algn="l">
                        <a:lnSpc>
                          <a:spcPct val="116000"/>
                        </a:lnSpc>
                      </a:pPr>
                      <a:r>
                        <a:rPr lang="nl-NL" sz="850" b="1" dirty="0">
                          <a:solidFill>
                            <a:srgbClr val="101D4F"/>
                          </a:solidFill>
                          <a:latin typeface="IBM Plex Sans"/>
                        </a:rPr>
                        <a:t>2</a:t>
                      </a:r>
                    </a:p>
                  </a:txBody>
                  <a:tcPr marR="73152" marT="36576" marB="36576" anchor="ctr">
                    <a:solidFill>
                      <a:srgbClr val="ECEEF2"/>
                    </a:solidFill>
                  </a:tcPr>
                </a:tc>
                <a:tc>
                  <a:txBody>
                    <a:bodyPr/>
                    <a:lstStyle/>
                    <a:p>
                      <a:pPr algn="l">
                        <a:lnSpc>
                          <a:spcPct val="116000"/>
                        </a:lnSpc>
                      </a:pPr>
                      <a:r>
                        <a:rPr lang="nl-NL" sz="850" b="0" dirty="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Tekst</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ECEEF2"/>
                    </a:solidFill>
                  </a:tcPr>
                </a:tc>
                <a:extLst>
                  <a:ext uri="{0D108BD9-81ED-4DB2-BD59-A6C34878D82A}">
                    <a16:rowId xmlns:a16="http://schemas.microsoft.com/office/drawing/2014/main" val="10002"/>
                  </a:ext>
                </a:extLst>
              </a:tr>
              <a:tr h="347472">
                <a:tc>
                  <a:txBody>
                    <a:bodyPr/>
                    <a:lstStyle/>
                    <a:p>
                      <a:pPr algn="l">
                        <a:lnSpc>
                          <a:spcPct val="116000"/>
                        </a:lnSpc>
                      </a:pPr>
                      <a:r>
                        <a:rPr lang="nl-NL" sz="850" b="1">
                          <a:solidFill>
                            <a:srgbClr val="101D4F"/>
                          </a:solidFill>
                          <a:latin typeface="IBM Plex Sans"/>
                        </a:rPr>
                        <a:t>3</a:t>
                      </a:r>
                    </a:p>
                  </a:txBody>
                  <a:tcPr marR="73152" marT="36576" marB="36576" anchor="ctr">
                    <a:solidFill>
                      <a:srgbClr val="FFFFFF"/>
                    </a:solidFill>
                  </a:tcPr>
                </a:tc>
                <a:tc>
                  <a:txBody>
                    <a:bodyPr/>
                    <a:lstStyle/>
                    <a:p>
                      <a:pPr algn="l">
                        <a:lnSpc>
                          <a:spcPct val="116000"/>
                        </a:lnSpc>
                      </a:pPr>
                      <a:r>
                        <a:rPr lang="nl-NL" sz="850" b="0" dirty="0">
                          <a:solidFill>
                            <a:srgbClr val="343B52"/>
                          </a:solidFill>
                          <a:latin typeface="IBM Plex Sans"/>
                        </a:rPr>
                        <a:t>Hier komt een korte toelichting op dit onderdeel. Beschrijf.</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FFFFFF"/>
                    </a:solidFill>
                  </a:tcPr>
                </a:tc>
                <a:extLst>
                  <a:ext uri="{0D108BD9-81ED-4DB2-BD59-A6C34878D82A}">
                    <a16:rowId xmlns:a16="http://schemas.microsoft.com/office/drawing/2014/main" val="10003"/>
                  </a:ext>
                </a:extLst>
              </a:tr>
              <a:tr h="347472">
                <a:tc>
                  <a:txBody>
                    <a:bodyPr/>
                    <a:lstStyle/>
                    <a:p>
                      <a:pPr algn="l">
                        <a:lnSpc>
                          <a:spcPct val="116000"/>
                        </a:lnSpc>
                      </a:pPr>
                      <a:r>
                        <a:rPr lang="nl-NL" sz="850" b="1">
                          <a:solidFill>
                            <a:srgbClr val="101D4F"/>
                          </a:solidFill>
                          <a:latin typeface="IBM Plex Sans"/>
                        </a:rPr>
                        <a:t>4</a:t>
                      </a:r>
                    </a:p>
                  </a:txBody>
                  <a:tcPr marR="73152" marT="36576" marB="36576" anchor="ctr">
                    <a:solidFill>
                      <a:srgbClr val="ECEEF2"/>
                    </a:solidFill>
                  </a:tcPr>
                </a:tc>
                <a:tc>
                  <a:txBody>
                    <a:bodyPr/>
                    <a:lstStyle/>
                    <a:p>
                      <a:pPr algn="l">
                        <a:lnSpc>
                          <a:spcPct val="116000"/>
                        </a:lnSpc>
                      </a:pPr>
                      <a:r>
                        <a:rPr lang="nl-NL" sz="850" b="0" dirty="0">
                          <a:solidFill>
                            <a:srgbClr val="343B52"/>
                          </a:solidFill>
                          <a:latin typeface="IBM Plex Sans"/>
                        </a:rPr>
                        <a:t>Korte kop van het blok hier</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Kop van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ECEEF2"/>
                    </a:solidFill>
                  </a:tcPr>
                </a:tc>
                <a:extLst>
                  <a:ext uri="{0D108BD9-81ED-4DB2-BD59-A6C34878D82A}">
                    <a16:rowId xmlns:a16="http://schemas.microsoft.com/office/drawing/2014/main" val="10004"/>
                  </a:ext>
                </a:extLst>
              </a:tr>
              <a:tr h="347472">
                <a:tc>
                  <a:txBody>
                    <a:bodyPr/>
                    <a:lstStyle/>
                    <a:p>
                      <a:pPr algn="l">
                        <a:lnSpc>
                          <a:spcPct val="116000"/>
                        </a:lnSpc>
                      </a:pPr>
                      <a:r>
                        <a:rPr lang="nl-NL" sz="850" b="1">
                          <a:solidFill>
                            <a:srgbClr val="101D4F"/>
                          </a:solidFill>
                          <a:latin typeface="IBM Plex Sans"/>
                        </a:rPr>
                        <a:t>5</a:t>
                      </a:r>
                    </a:p>
                  </a:txBody>
                  <a:tcPr marR="73152" marT="36576" marB="36576" anchor="ctr">
                    <a:solidFill>
                      <a:srgbClr val="FFFFFF"/>
                    </a:solidFill>
                  </a:tcPr>
                </a:tc>
                <a:tc>
                  <a:txBody>
                    <a:bodyPr/>
                    <a:lstStyle/>
                    <a:p>
                      <a:pPr algn="l">
                        <a:lnSpc>
                          <a:spcPct val="116000"/>
                        </a:lnSpc>
                      </a:pPr>
                      <a:r>
                        <a:rPr lang="nl-NL" sz="850" b="0" dirty="0">
                          <a:solidFill>
                            <a:srgbClr val="343B52"/>
                          </a:solidFill>
                          <a:latin typeface="IBM Plex Sans"/>
                        </a:rPr>
                        <a:t>Hier komt een korte toelichting op dit onderdeel. Beschrijf in.</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Kop van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FFFFFF"/>
                    </a:solidFill>
                  </a:tcPr>
                </a:tc>
                <a:extLst>
                  <a:ext uri="{0D108BD9-81ED-4DB2-BD59-A6C34878D82A}">
                    <a16:rowId xmlns:a16="http://schemas.microsoft.com/office/drawing/2014/main" val="10005"/>
                  </a:ext>
                </a:extLst>
              </a:tr>
              <a:tr h="347472">
                <a:tc>
                  <a:txBody>
                    <a:bodyPr/>
                    <a:lstStyle/>
                    <a:p>
                      <a:pPr algn="l">
                        <a:lnSpc>
                          <a:spcPct val="116000"/>
                        </a:lnSpc>
                      </a:pPr>
                      <a:r>
                        <a:rPr lang="nl-NL" sz="850" b="1">
                          <a:solidFill>
                            <a:srgbClr val="101D4F"/>
                          </a:solidFill>
                          <a:latin typeface="IBM Plex Sans"/>
                        </a:rPr>
                        <a:t>6</a:t>
                      </a:r>
                    </a:p>
                  </a:txBody>
                  <a:tcPr marR="73152" marT="36576" marB="36576" anchor="ctr">
                    <a:solidFill>
                      <a:srgbClr val="ECEEF2"/>
                    </a:solidFill>
                  </a:tcPr>
                </a:tc>
                <a:tc>
                  <a:txBody>
                    <a:bodyPr/>
                    <a:lstStyle/>
                    <a:p>
                      <a:pPr algn="l">
                        <a:lnSpc>
                          <a:spcPct val="116000"/>
                        </a:lnSpc>
                      </a:pPr>
                      <a:r>
                        <a:rPr lang="nl-NL" sz="850" b="0" dirty="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50" b="0" dirty="0">
                          <a:solidFill>
                            <a:srgbClr val="343B52"/>
                          </a:solidFill>
                          <a:latin typeface="IBM Plex Sans"/>
                        </a:rPr>
                        <a:t>Kop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ECEEF2"/>
                    </a:solidFill>
                  </a:tcPr>
                </a:tc>
                <a:extLst>
                  <a:ext uri="{0D108BD9-81ED-4DB2-BD59-A6C34878D82A}">
                    <a16:rowId xmlns:a16="http://schemas.microsoft.com/office/drawing/2014/main" val="10006"/>
                  </a:ext>
                </a:extLst>
              </a:tr>
              <a:tr h="347472">
                <a:tc>
                  <a:txBody>
                    <a:bodyPr/>
                    <a:lstStyle/>
                    <a:p>
                      <a:pPr algn="l">
                        <a:lnSpc>
                          <a:spcPct val="116000"/>
                        </a:lnSpc>
                      </a:pPr>
                      <a:r>
                        <a:rPr lang="nl-NL" sz="850" b="1">
                          <a:solidFill>
                            <a:srgbClr val="101D4F"/>
                          </a:solidFill>
                          <a:latin typeface="IBM Plex Sans"/>
                        </a:rPr>
                        <a:t>7</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Hier komt een korte toelichting op dit onderdeel. Beschrijf.</a:t>
                      </a:r>
                    </a:p>
                  </a:txBody>
                  <a:tcPr marR="73152" marT="36576" marB="36576" anchor="ctr">
                    <a:solidFill>
                      <a:srgbClr val="FFFFFF"/>
                    </a:solidFill>
                  </a:tcPr>
                </a:tc>
                <a:tc>
                  <a:txBody>
                    <a:bodyPr/>
                    <a:lstStyle/>
                    <a:p>
                      <a:pPr algn="l">
                        <a:lnSpc>
                          <a:spcPct val="116000"/>
                        </a:lnSpc>
                      </a:pPr>
                      <a:r>
                        <a:rPr lang="nl-NL" sz="850" b="0" dirty="0">
                          <a:solidFill>
                            <a:srgbClr val="343B52"/>
                          </a:solidFill>
                          <a:latin typeface="IBM Plex Sans"/>
                        </a:rPr>
                        <a:t>Kop van blok</a:t>
                      </a:r>
                    </a:p>
                  </a:txBody>
                  <a:tcPr marR="73152" marT="36576" marB="36576" anchor="ctr">
                    <a:solidFill>
                      <a:srgbClr val="FFFFFF"/>
                    </a:solidFill>
                  </a:tcPr>
                </a:tc>
                <a:tc>
                  <a:txBody>
                    <a:bodyPr/>
                    <a:lstStyle/>
                    <a:p>
                      <a:pPr algn="l">
                        <a:lnSpc>
                          <a:spcPct val="116000"/>
                        </a:lnSpc>
                      </a:pPr>
                      <a:r>
                        <a:rPr lang="nl-NL" sz="850" b="0">
                          <a:solidFill>
                            <a:srgbClr val="343B52"/>
                          </a:solidFill>
                          <a:latin typeface="IBM Plex Sans"/>
                        </a:rPr>
                        <a:t>Kwartaal 00</a:t>
                      </a:r>
                    </a:p>
                  </a:txBody>
                  <a:tcPr marR="73152" marT="36576" marB="36576" anchor="ctr">
                    <a:solidFill>
                      <a:srgbClr val="FFFFFF"/>
                    </a:solidFill>
                  </a:tcPr>
                </a:tc>
                <a:extLst>
                  <a:ext uri="{0D108BD9-81ED-4DB2-BD59-A6C34878D82A}">
                    <a16:rowId xmlns:a16="http://schemas.microsoft.com/office/drawing/2014/main" val="10007"/>
                  </a:ext>
                </a:extLst>
              </a:tr>
              <a:tr h="347472">
                <a:tc>
                  <a:txBody>
                    <a:bodyPr/>
                    <a:lstStyle/>
                    <a:p>
                      <a:pPr algn="l">
                        <a:lnSpc>
                          <a:spcPct val="116000"/>
                        </a:lnSpc>
                      </a:pPr>
                      <a:r>
                        <a:rPr lang="nl-NL" sz="850" b="1">
                          <a:solidFill>
                            <a:srgbClr val="101D4F"/>
                          </a:solidFill>
                          <a:latin typeface="IBM Plex Sans"/>
                        </a:rPr>
                        <a:t>8</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Korte kop met omschrijving van het blok</a:t>
                      </a:r>
                    </a:p>
                  </a:txBody>
                  <a:tcPr marR="73152" marT="36576" marB="36576" anchor="ctr">
                    <a:solidFill>
                      <a:srgbClr val="ECEEF2"/>
                    </a:solidFill>
                  </a:tcPr>
                </a:tc>
                <a:tc>
                  <a:txBody>
                    <a:bodyPr/>
                    <a:lstStyle/>
                    <a:p>
                      <a:pPr algn="l">
                        <a:lnSpc>
                          <a:spcPct val="116000"/>
                        </a:lnSpc>
                      </a:pPr>
                      <a:r>
                        <a:rPr lang="nl-NL" sz="850" b="0">
                          <a:solidFill>
                            <a:srgbClr val="343B52"/>
                          </a:solidFill>
                          <a:latin typeface="IBM Plex Sans"/>
                        </a:rPr>
                        <a:t>LABEL</a:t>
                      </a:r>
                    </a:p>
                  </a:txBody>
                  <a:tcPr marR="73152" marT="36576" marB="36576" anchor="ctr">
                    <a:solidFill>
                      <a:srgbClr val="ECEEF2"/>
                    </a:solidFill>
                  </a:tcPr>
                </a:tc>
                <a:tc>
                  <a:txBody>
                    <a:bodyPr/>
                    <a:lstStyle/>
                    <a:p>
                      <a:pPr algn="l">
                        <a:lnSpc>
                          <a:spcPct val="116000"/>
                        </a:lnSpc>
                      </a:pPr>
                      <a:r>
                        <a:rPr lang="nl-NL" sz="850" b="0" dirty="0">
                          <a:solidFill>
                            <a:srgbClr val="343B52"/>
                          </a:solidFill>
                          <a:latin typeface="IBM Plex Sans"/>
                        </a:rPr>
                        <a:t>Kwartaal 00</a:t>
                      </a:r>
                    </a:p>
                  </a:txBody>
                  <a:tcPr marR="73152" marT="36576" marB="36576" anchor="ctr">
                    <a:solidFill>
                      <a:srgbClr val="ECEEF2"/>
                    </a:solidFill>
                  </a:tcPr>
                </a:tc>
                <a:extLst>
                  <a:ext uri="{0D108BD9-81ED-4DB2-BD59-A6C34878D82A}">
                    <a16:rowId xmlns:a16="http://schemas.microsoft.com/office/drawing/2014/main" val="10008"/>
                  </a:ext>
                </a:extLst>
              </a:tr>
            </a:tbl>
          </a:graphicData>
        </a:graphic>
      </p:graphicFrame>
      <p:sp>
        <p:nvSpPr>
          <p:cNvPr id="902" name="TextBox 901"/>
          <p:cNvSpPr txBox="1"/>
          <p:nvPr/>
        </p:nvSpPr>
        <p:spPr>
          <a:xfrm>
            <a:off x="3196559" y="5047488"/>
            <a:ext cx="8279983" cy="310896"/>
          </a:xfrm>
          <a:prstGeom prst="rect">
            <a:avLst/>
          </a:prstGeom>
          <a:noFill/>
        </p:spPr>
        <p:txBody>
          <a:bodyPr wrap="square" lIns="0" tIns="0" rIns="0" bIns="0">
            <a:spAutoFit/>
          </a:bodyPr>
          <a:lstStyle/>
          <a:p>
            <a:pPr algn="l">
              <a:lnSpc>
                <a:spcPct val="124000"/>
              </a:lnSpc>
              <a:spcBef>
                <a:spcPts val="0"/>
              </a:spcBef>
              <a:spcAft>
                <a:spcPts val="0"/>
              </a:spcAft>
            </a:pPr>
            <a:r>
              <a:rPr lang="nl-NL" sz="800" b="0">
                <a:solidFill>
                  <a:srgbClr val="6C7489"/>
                </a:solidFill>
                <a:latin typeface="IBM Plex Sans"/>
              </a:rPr>
              <a:t>Hier komt een korte toelichting op dit onderdeel. Beschrijf in een paar zinnen de kern, de onderbouwing en wat dit betekent voor de lezer. Houd de tekst bondig en concreet.</a:t>
            </a:r>
          </a:p>
        </p:txBody>
      </p:sp>
    </p:spTree>
  </p:cSld>
  <p:clrMapOvr>
    <a:masterClrMapping/>
  </p:clrMapOvr>
</p:sld>
</file>

<file path=ppt/theme/theme1.xml><?xml version="1.0" encoding="utf-8"?>
<a:theme xmlns:a="http://schemas.openxmlformats.org/drawingml/2006/main" name="VISSER EN VISSER | TEMPLATE 2024 #2">
  <a:themeElements>
    <a:clrScheme name="Custom">
      <a:dk1>
        <a:srgbClr val="101D4F"/>
      </a:dk1>
      <a:lt1>
        <a:srgbClr val="FFFFFF"/>
      </a:lt1>
      <a:dk2>
        <a:srgbClr val="101D4F"/>
      </a:dk2>
      <a:lt2>
        <a:srgbClr val="FFFFFF"/>
      </a:lt2>
      <a:accent1>
        <a:srgbClr val="EF174D"/>
      </a:accent1>
      <a:accent2>
        <a:srgbClr val="00B49C"/>
      </a:accent2>
      <a:accent3>
        <a:srgbClr val="28899F"/>
      </a:accent3>
      <a:accent4>
        <a:srgbClr val="101D4F"/>
      </a:accent4>
      <a:accent5>
        <a:srgbClr val="AE3255"/>
      </a:accent5>
      <a:accent6>
        <a:srgbClr val="008F8E"/>
      </a:accent6>
      <a:hlink>
        <a:srgbClr val="717A98"/>
      </a:hlink>
      <a:folHlink>
        <a:srgbClr val="717A98"/>
      </a:folHlink>
    </a:clrScheme>
    <a:fontScheme name="Custom">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44000" tIns="144000" rIns="144000" bIns="144000" rtlCol="0" anchor="ctr"/>
      <a:lstStyle>
        <a:defPPr algn="ctr">
          <a:lnSpc>
            <a:spcPct val="90000"/>
          </a:lnSpc>
          <a:spcBef>
            <a:spcPts val="200"/>
          </a:spcBef>
          <a:spcAft>
            <a:spcPts val="200"/>
          </a:spcAft>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Bef>
            <a:spcPts val="600"/>
          </a:spcBef>
          <a:spcAft>
            <a:spcPts val="600"/>
          </a:spcAft>
          <a:defRPr sz="1600"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d8fde4d-47a8-4327-b049-60f3d6a98187" xsi:nil="true"/>
    <lcf76f155ced4ddcb4097134ff3c332f xmlns="fa4f7c4c-7ece-41de-a418-b213a1ae925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1B3792033AB9D4A81CDC1D020679FBF" ma:contentTypeVersion="19" ma:contentTypeDescription="Een nieuw document maken." ma:contentTypeScope="" ma:versionID="203c2fd60e4179a494d0a26dba2245bc">
  <xsd:schema xmlns:xsd="http://www.w3.org/2001/XMLSchema" xmlns:xs="http://www.w3.org/2001/XMLSchema" xmlns:p="http://schemas.microsoft.com/office/2006/metadata/properties" xmlns:ns2="fa4f7c4c-7ece-41de-a418-b213a1ae925b" xmlns:ns3="ed8fde4d-47a8-4327-b049-60f3d6a98187" targetNamespace="http://schemas.microsoft.com/office/2006/metadata/properties" ma:root="true" ma:fieldsID="2ba46666b18cf94dfc620c4a5167cd1e" ns2:_="" ns3:_="">
    <xsd:import namespace="fa4f7c4c-7ece-41de-a418-b213a1ae925b"/>
    <xsd:import namespace="ed8fde4d-47a8-4327-b049-60f3d6a9818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4f7c4c-7ece-41de-a418-b213a1ae92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Location" ma:index="12"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8ed78ed8-a2fb-4872-93e4-b921f0fee338"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d8fde4d-47a8-4327-b049-60f3d6a98187" elementFormDefault="qualified">
    <xsd:import namespace="http://schemas.microsoft.com/office/2006/documentManagement/types"/>
    <xsd:import namespace="http://schemas.microsoft.com/office/infopath/2007/PartnerControls"/>
    <xsd:element name="SharedWithUsers" ma:index="13"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6b4a60c4-a4a2-4aba-aed4-53d8b2ff98ec}" ma:internalName="TaxCatchAll" ma:showField="CatchAllData" ma:web="ed8fde4d-47a8-4327-b049-60f3d6a981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AE18E-C8AA-42E6-B796-303BEE17A7DE}">
  <ds:schemaRefs>
    <ds:schemaRef ds:uri="http://schemas.microsoft.com/sharepoint/v3/contenttype/forms"/>
  </ds:schemaRefs>
</ds:datastoreItem>
</file>

<file path=customXml/itemProps2.xml><?xml version="1.0" encoding="utf-8"?>
<ds:datastoreItem xmlns:ds="http://schemas.openxmlformats.org/officeDocument/2006/customXml" ds:itemID="{EF59E2AB-1E2B-491B-B9FC-3A509AF21E67}">
  <ds:schemaRefs>
    <ds:schemaRef ds:uri="fa4f7c4c-7ece-41de-a418-b213a1ae925b"/>
    <ds:schemaRef ds:uri="ed8fde4d-47a8-4327-b049-60f3d6a98187"/>
    <ds:schemaRef ds:uri="http://schemas.microsoft.com/office/2006/documentManagement/types"/>
    <ds:schemaRef ds:uri="http://schemas.microsoft.com/office/infopath/2007/PartnerControls"/>
    <ds:schemaRef ds:uri="http://purl.org/dc/elements/1.1/"/>
    <ds:schemaRef ds:uri="http://purl.org/dc/dcmitype/"/>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92B52FEC-5C94-4F34-A4EB-CDC215CB94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4f7c4c-7ece-41de-a418-b213a1ae925b"/>
    <ds:schemaRef ds:uri="ed8fde4d-47a8-4327-b049-60f3d6a981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4115</TotalTime>
  <Words>8586</Words>
  <Application>Microsoft Office PowerPoint</Application>
  <PresentationFormat>Breedbeeld</PresentationFormat>
  <Paragraphs>1159</Paragraphs>
  <Slides>28</Slides>
  <Notes>22</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28</vt:i4>
      </vt:variant>
    </vt:vector>
  </HeadingPairs>
  <TitlesOfParts>
    <vt:vector size="33" baseType="lpstr">
      <vt:lpstr>IBM Plex Sans</vt:lpstr>
      <vt:lpstr>Blacker Pro Display Extrabold</vt:lpstr>
      <vt:lpstr>IBM Plex Mono</vt:lpstr>
      <vt:lpstr>Calibri</vt:lpstr>
      <vt:lpstr>VISSER EN VISSER | TEMPLATE 2024 #2</vt:lpstr>
      <vt:lpstr>Template</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lpstr>Titel van de dia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Visser &amp; Visser huisstijl</dc:title>
  <dc:creator>Silvana Salamur</dc:creator>
  <cp:keywords>www.pptsolutions.nl</cp:keywords>
  <cp:lastModifiedBy>Visser &amp; Visser</cp:lastModifiedBy>
  <cp:revision>391</cp:revision>
  <dcterms:created xsi:type="dcterms:W3CDTF">2018-03-15T13:05:51Z</dcterms:created>
  <dcterms:modified xsi:type="dcterms:W3CDTF">2026-10-06T12:29:58Z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0x01010051B3792033AB9D4A81CDC1D020679FBF</vt:lpwstr>
  </property>
  <property fmtid="{D5CDD505-2E9C-101B-9397-08002B2CF9AE}" pid="3" name="MSIP_Label_f07a9e45-4612-4d1b-8979-d13ee7a163d4_Enabled">
    <vt:lpwstr>true</vt:lpwstr>
  </property>
  <property fmtid="{D5CDD505-2E9C-101B-9397-08002B2CF9AE}" pid="4" name="MSIP_Label_f07a9e45-4612-4d1b-8979-d13ee7a163d4_SetDate">
    <vt:lpwstr>2025-03-19T13:56:45Z</vt:lpwstr>
  </property>
  <property fmtid="{D5CDD505-2E9C-101B-9397-08002B2CF9AE}" pid="5" name="MSIP_Label_f07a9e45-4612-4d1b-8979-d13ee7a163d4_Method">
    <vt:lpwstr>Standard</vt:lpwstr>
  </property>
  <property fmtid="{D5CDD505-2E9C-101B-9397-08002B2CF9AE}" pid="6" name="MSIP_Label_f07a9e45-4612-4d1b-8979-d13ee7a163d4_Name">
    <vt:lpwstr>Confidential</vt:lpwstr>
  </property>
  <property fmtid="{D5CDD505-2E9C-101B-9397-08002B2CF9AE}" pid="7" name="MSIP_Label_f07a9e45-4612-4d1b-8979-d13ee7a163d4_SiteId">
    <vt:lpwstr>7e06af25-a9a0-4165-bd63-ceb9be5e2265</vt:lpwstr>
  </property>
  <property fmtid="{D5CDD505-2E9C-101B-9397-08002B2CF9AE}" pid="8" name="MSIP_Label_f07a9e45-4612-4d1b-8979-d13ee7a163d4_ActionId">
    <vt:lpwstr>80da121e-515d-4bb9-89a0-3c955ab6e414</vt:lpwstr>
  </property>
  <property fmtid="{D5CDD505-2E9C-101B-9397-08002B2CF9AE}" pid="9" name="MSIP_Label_f07a9e45-4612-4d1b-8979-d13ee7a163d4_ContentBits">
    <vt:lpwstr>0</vt:lpwstr>
  </property>
  <property fmtid="{D5CDD505-2E9C-101B-9397-08002B2CF9AE}" pid="10" name="MSIP_Label_f07a9e45-4612-4d1b-8979-d13ee7a163d4_Tag">
    <vt:lpwstr>10, 1, 2, 1</vt:lpwstr>
  </property>
  <property fmtid="{D5CDD505-2E9C-101B-9397-08002B2CF9AE}" pid="11" name="MediaServiceImageTags">
    <vt:lpwstr/>
  </property>
</Properties>
</file>